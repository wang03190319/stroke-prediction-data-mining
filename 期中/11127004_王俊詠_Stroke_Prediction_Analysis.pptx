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62500" cy="9753600"/>
  <p:notesSz cx="17462500" cy="97536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0" y="6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676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9891713" y="0"/>
            <a:ext cx="75660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7F972-9EA4-40D5-8745-4C9D00C561C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783263" y="1219200"/>
            <a:ext cx="589597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746250" y="4694238"/>
            <a:ext cx="13970000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676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9891713" y="9264650"/>
            <a:ext cx="75660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B86DC-3572-46B6-A983-59CEAB90EC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9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163" y="3023616"/>
            <a:ext cx="1484852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0327" y="5462016"/>
            <a:ext cx="122281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5B1C2-F553-4315-8432-E9B89243E54B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212E9-4624-4A14-B04E-FFAFADF39490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442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6458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6950D-5E0E-4396-96C5-45CD2E553E0E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839898" y="9393186"/>
            <a:ext cx="1629410" cy="360680"/>
          </a:xfrm>
          <a:custGeom>
            <a:avLst/>
            <a:gdLst/>
            <a:ahLst/>
            <a:cxnLst/>
            <a:rect l="l" t="t" r="r" b="b"/>
            <a:pathLst>
              <a:path w="1629409" h="360679">
                <a:moveTo>
                  <a:pt x="1486820" y="360413"/>
                </a:moveTo>
                <a:lnTo>
                  <a:pt x="131619" y="360413"/>
                </a:lnTo>
                <a:lnTo>
                  <a:pt x="106482" y="351900"/>
                </a:lnTo>
                <a:lnTo>
                  <a:pt x="71210" y="332017"/>
                </a:lnTo>
                <a:lnTo>
                  <a:pt x="41727" y="306359"/>
                </a:lnTo>
                <a:lnTo>
                  <a:pt x="29763" y="290017"/>
                </a:lnTo>
                <a:lnTo>
                  <a:pt x="23630" y="281445"/>
                </a:lnTo>
                <a:lnTo>
                  <a:pt x="5130" y="233805"/>
                </a:lnTo>
                <a:lnTo>
                  <a:pt x="0" y="190392"/>
                </a:lnTo>
                <a:lnTo>
                  <a:pt x="117" y="174348"/>
                </a:lnTo>
                <a:lnTo>
                  <a:pt x="9699" y="128955"/>
                </a:lnTo>
                <a:lnTo>
                  <a:pt x="29583" y="93594"/>
                </a:lnTo>
                <a:lnTo>
                  <a:pt x="57324" y="60375"/>
                </a:lnTo>
                <a:lnTo>
                  <a:pt x="93757" y="36563"/>
                </a:lnTo>
                <a:lnTo>
                  <a:pt x="131619" y="21323"/>
                </a:lnTo>
                <a:lnTo>
                  <a:pt x="1153829" y="374"/>
                </a:lnTo>
                <a:lnTo>
                  <a:pt x="1260481" y="0"/>
                </a:lnTo>
                <a:lnTo>
                  <a:pt x="1423229" y="1046"/>
                </a:lnTo>
                <a:lnTo>
                  <a:pt x="1508241" y="3138"/>
                </a:lnTo>
                <a:lnTo>
                  <a:pt x="1550697" y="5028"/>
                </a:lnTo>
                <a:lnTo>
                  <a:pt x="1597618" y="8438"/>
                </a:lnTo>
                <a:lnTo>
                  <a:pt x="1628949" y="12201"/>
                </a:lnTo>
                <a:lnTo>
                  <a:pt x="1628949" y="12750"/>
                </a:lnTo>
                <a:lnTo>
                  <a:pt x="1617519" y="12750"/>
                </a:lnTo>
                <a:lnTo>
                  <a:pt x="1601520" y="13301"/>
                </a:lnTo>
                <a:lnTo>
                  <a:pt x="1553702" y="22275"/>
                </a:lnTo>
                <a:lnTo>
                  <a:pt x="1510304" y="42903"/>
                </a:lnTo>
                <a:lnTo>
                  <a:pt x="1473335" y="72996"/>
                </a:lnTo>
                <a:lnTo>
                  <a:pt x="1444338" y="111944"/>
                </a:lnTo>
                <a:lnTo>
                  <a:pt x="1425114" y="155625"/>
                </a:lnTo>
                <a:lnTo>
                  <a:pt x="1418430" y="201219"/>
                </a:lnTo>
                <a:lnTo>
                  <a:pt x="1418447" y="219443"/>
                </a:lnTo>
                <a:lnTo>
                  <a:pt x="1426617" y="266994"/>
                </a:lnTo>
                <a:lnTo>
                  <a:pt x="1445831" y="311359"/>
                </a:lnTo>
                <a:lnTo>
                  <a:pt x="1474838" y="349325"/>
                </a:lnTo>
                <a:lnTo>
                  <a:pt x="1486670" y="360294"/>
                </a:lnTo>
                <a:lnTo>
                  <a:pt x="1486820" y="360413"/>
                </a:lnTo>
                <a:close/>
              </a:path>
              <a:path w="1629409" h="360679">
                <a:moveTo>
                  <a:pt x="1628949" y="360413"/>
                </a:moveTo>
                <a:lnTo>
                  <a:pt x="1486820" y="360413"/>
                </a:lnTo>
                <a:lnTo>
                  <a:pt x="1486670" y="360294"/>
                </a:lnTo>
                <a:lnTo>
                  <a:pt x="1454553" y="324903"/>
                </a:lnTo>
                <a:lnTo>
                  <a:pt x="1431782" y="282308"/>
                </a:lnTo>
                <a:lnTo>
                  <a:pt x="1419861" y="235293"/>
                </a:lnTo>
                <a:lnTo>
                  <a:pt x="1418430" y="201219"/>
                </a:lnTo>
                <a:lnTo>
                  <a:pt x="1419280" y="187534"/>
                </a:lnTo>
                <a:lnTo>
                  <a:pt x="1430234" y="140668"/>
                </a:lnTo>
                <a:lnTo>
                  <a:pt x="1452737" y="98475"/>
                </a:lnTo>
                <a:lnTo>
                  <a:pt x="1485018" y="61774"/>
                </a:lnTo>
                <a:lnTo>
                  <a:pt x="1524174" y="34896"/>
                </a:lnTo>
                <a:lnTo>
                  <a:pt x="1569165" y="17974"/>
                </a:lnTo>
                <a:lnTo>
                  <a:pt x="1617519" y="12750"/>
                </a:lnTo>
                <a:lnTo>
                  <a:pt x="1628949" y="13255"/>
                </a:lnTo>
                <a:lnTo>
                  <a:pt x="1628949" y="360413"/>
                </a:lnTo>
                <a:close/>
              </a:path>
              <a:path w="1629409" h="360679">
                <a:moveTo>
                  <a:pt x="1628949" y="13255"/>
                </a:moveTo>
                <a:lnTo>
                  <a:pt x="1617519" y="12750"/>
                </a:lnTo>
                <a:lnTo>
                  <a:pt x="1628949" y="12750"/>
                </a:lnTo>
                <a:lnTo>
                  <a:pt x="1628949" y="13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6990" y="2993366"/>
            <a:ext cx="2833695" cy="6501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DE33B-3E24-4EF5-A568-1F0EF928A386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A2F6D-139B-4019-B5D0-9FE319637F40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3379450" y="9509760"/>
            <a:ext cx="4017835" cy="48768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56536" y="3075654"/>
            <a:ext cx="8555776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442" y="2243328"/>
            <a:ext cx="1572196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4F1A0-CBAC-4FC5-BB7B-763C9AB7C79C}" type="datetime1">
              <a:rPr lang="en-US" altLang="zh-TW" smtClean="0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303250" y="9509760"/>
            <a:ext cx="401783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359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0FD3168-EF01-4502-8847-935F6B66E4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908148" y="9325998"/>
            <a:ext cx="1560830" cy="424180"/>
          </a:xfrm>
          <a:custGeom>
            <a:avLst/>
            <a:gdLst/>
            <a:ahLst/>
            <a:cxnLst/>
            <a:rect l="l" t="t" r="r" b="b"/>
            <a:pathLst>
              <a:path w="1560830" h="424179">
                <a:moveTo>
                  <a:pt x="296167" y="424180"/>
                </a:moveTo>
                <a:lnTo>
                  <a:pt x="221039" y="422910"/>
                </a:lnTo>
                <a:lnTo>
                  <a:pt x="188148" y="422910"/>
                </a:lnTo>
                <a:lnTo>
                  <a:pt x="158114" y="420370"/>
                </a:lnTo>
                <a:lnTo>
                  <a:pt x="111948" y="411480"/>
                </a:lnTo>
                <a:lnTo>
                  <a:pt x="77756" y="392430"/>
                </a:lnTo>
                <a:lnTo>
                  <a:pt x="44425" y="363220"/>
                </a:lnTo>
                <a:lnTo>
                  <a:pt x="20344" y="328930"/>
                </a:lnTo>
                <a:lnTo>
                  <a:pt x="5134" y="289560"/>
                </a:lnTo>
                <a:lnTo>
                  <a:pt x="0" y="247650"/>
                </a:lnTo>
                <a:lnTo>
                  <a:pt x="1220" y="226060"/>
                </a:lnTo>
                <a:lnTo>
                  <a:pt x="10983" y="185420"/>
                </a:lnTo>
                <a:lnTo>
                  <a:pt x="32652" y="147320"/>
                </a:lnTo>
                <a:lnTo>
                  <a:pt x="58608" y="116840"/>
                </a:lnTo>
                <a:lnTo>
                  <a:pt x="93851" y="92710"/>
                </a:lnTo>
                <a:lnTo>
                  <a:pt x="142190" y="78740"/>
                </a:lnTo>
                <a:lnTo>
                  <a:pt x="165109" y="74930"/>
                </a:lnTo>
                <a:lnTo>
                  <a:pt x="174813" y="72390"/>
                </a:lnTo>
                <a:lnTo>
                  <a:pt x="336315" y="60960"/>
                </a:lnTo>
                <a:lnTo>
                  <a:pt x="517200" y="44450"/>
                </a:lnTo>
                <a:lnTo>
                  <a:pt x="717209" y="24130"/>
                </a:lnTo>
                <a:lnTo>
                  <a:pt x="879372" y="12700"/>
                </a:lnTo>
                <a:lnTo>
                  <a:pt x="1047101" y="5080"/>
                </a:lnTo>
                <a:lnTo>
                  <a:pt x="1159781" y="1270"/>
                </a:lnTo>
                <a:lnTo>
                  <a:pt x="1261109" y="0"/>
                </a:lnTo>
                <a:lnTo>
                  <a:pt x="1340769" y="0"/>
                </a:lnTo>
                <a:lnTo>
                  <a:pt x="1363007" y="1270"/>
                </a:lnTo>
                <a:lnTo>
                  <a:pt x="1332458" y="3810"/>
                </a:lnTo>
                <a:lnTo>
                  <a:pt x="1316622" y="7620"/>
                </a:lnTo>
                <a:lnTo>
                  <a:pt x="1259115" y="34290"/>
                </a:lnTo>
                <a:lnTo>
                  <a:pt x="1222950" y="66040"/>
                </a:lnTo>
                <a:lnTo>
                  <a:pt x="1195893" y="105410"/>
                </a:lnTo>
                <a:lnTo>
                  <a:pt x="1178882" y="149860"/>
                </a:lnTo>
                <a:lnTo>
                  <a:pt x="1173033" y="196850"/>
                </a:lnTo>
                <a:lnTo>
                  <a:pt x="1173747" y="213360"/>
                </a:lnTo>
                <a:lnTo>
                  <a:pt x="1183391" y="260350"/>
                </a:lnTo>
                <a:lnTo>
                  <a:pt x="1203721" y="302260"/>
                </a:lnTo>
                <a:lnTo>
                  <a:pt x="1233993" y="339090"/>
                </a:lnTo>
                <a:lnTo>
                  <a:pt x="1272301" y="368300"/>
                </a:lnTo>
                <a:lnTo>
                  <a:pt x="1275289" y="369570"/>
                </a:lnTo>
                <a:lnTo>
                  <a:pt x="1250052" y="382270"/>
                </a:lnTo>
                <a:lnTo>
                  <a:pt x="663445" y="382270"/>
                </a:lnTo>
                <a:lnTo>
                  <a:pt x="618800" y="386080"/>
                </a:lnTo>
                <a:lnTo>
                  <a:pt x="571769" y="393700"/>
                </a:lnTo>
                <a:lnTo>
                  <a:pt x="476634" y="411480"/>
                </a:lnTo>
                <a:lnTo>
                  <a:pt x="431988" y="417830"/>
                </a:lnTo>
                <a:lnTo>
                  <a:pt x="385286" y="421640"/>
                </a:lnTo>
                <a:lnTo>
                  <a:pt x="296167" y="424180"/>
                </a:lnTo>
                <a:close/>
              </a:path>
              <a:path w="1560830" h="424179">
                <a:moveTo>
                  <a:pt x="1275289" y="369570"/>
                </a:moveTo>
                <a:lnTo>
                  <a:pt x="1233993" y="339090"/>
                </a:lnTo>
                <a:lnTo>
                  <a:pt x="1203721" y="302260"/>
                </a:lnTo>
                <a:lnTo>
                  <a:pt x="1183391" y="260350"/>
                </a:lnTo>
                <a:lnTo>
                  <a:pt x="1173747" y="213360"/>
                </a:lnTo>
                <a:lnTo>
                  <a:pt x="1173033" y="196850"/>
                </a:lnTo>
                <a:lnTo>
                  <a:pt x="1173747" y="180340"/>
                </a:lnTo>
                <a:lnTo>
                  <a:pt x="1183391" y="134620"/>
                </a:lnTo>
                <a:lnTo>
                  <a:pt x="1203721" y="91440"/>
                </a:lnTo>
                <a:lnTo>
                  <a:pt x="1233993" y="54610"/>
                </a:lnTo>
                <a:lnTo>
                  <a:pt x="1286380" y="19050"/>
                </a:lnTo>
                <a:lnTo>
                  <a:pt x="1332458" y="3810"/>
                </a:lnTo>
                <a:lnTo>
                  <a:pt x="1363007" y="1270"/>
                </a:lnTo>
                <a:lnTo>
                  <a:pt x="1369248" y="1270"/>
                </a:lnTo>
                <a:lnTo>
                  <a:pt x="1389518" y="2540"/>
                </a:lnTo>
                <a:lnTo>
                  <a:pt x="1401901" y="3557"/>
                </a:lnTo>
                <a:lnTo>
                  <a:pt x="1407901" y="4544"/>
                </a:lnTo>
                <a:lnTo>
                  <a:pt x="1415114" y="6350"/>
                </a:lnTo>
                <a:lnTo>
                  <a:pt x="1426681" y="8890"/>
                </a:lnTo>
                <a:lnTo>
                  <a:pt x="1470213" y="29210"/>
                </a:lnTo>
                <a:lnTo>
                  <a:pt x="1483563" y="38100"/>
                </a:lnTo>
                <a:lnTo>
                  <a:pt x="1487873" y="40640"/>
                </a:lnTo>
                <a:lnTo>
                  <a:pt x="1488974" y="41910"/>
                </a:lnTo>
                <a:lnTo>
                  <a:pt x="1500203" y="50800"/>
                </a:lnTo>
                <a:lnTo>
                  <a:pt x="1511647" y="62230"/>
                </a:lnTo>
                <a:lnTo>
                  <a:pt x="1537126" y="95250"/>
                </a:lnTo>
                <a:lnTo>
                  <a:pt x="1556890" y="139700"/>
                </a:lnTo>
                <a:lnTo>
                  <a:pt x="1560700" y="153670"/>
                </a:lnTo>
                <a:lnTo>
                  <a:pt x="1560700" y="240030"/>
                </a:lnTo>
                <a:lnTo>
                  <a:pt x="1544776" y="284480"/>
                </a:lnTo>
                <a:lnTo>
                  <a:pt x="1518790" y="323850"/>
                </a:lnTo>
                <a:lnTo>
                  <a:pt x="1511676" y="331470"/>
                </a:lnTo>
                <a:lnTo>
                  <a:pt x="1374963" y="331470"/>
                </a:lnTo>
                <a:lnTo>
                  <a:pt x="1348129" y="334010"/>
                </a:lnTo>
                <a:lnTo>
                  <a:pt x="1275289" y="369570"/>
                </a:lnTo>
                <a:close/>
              </a:path>
              <a:path w="1560830" h="424179">
                <a:moveTo>
                  <a:pt x="1401901" y="3557"/>
                </a:moveTo>
                <a:lnTo>
                  <a:pt x="1389518" y="2540"/>
                </a:lnTo>
                <a:lnTo>
                  <a:pt x="1369248" y="1270"/>
                </a:lnTo>
                <a:lnTo>
                  <a:pt x="1379725" y="1270"/>
                </a:lnTo>
                <a:lnTo>
                  <a:pt x="1395710" y="2540"/>
                </a:lnTo>
                <a:lnTo>
                  <a:pt x="1401901" y="3557"/>
                </a:lnTo>
                <a:close/>
              </a:path>
              <a:path w="1560830" h="424179">
                <a:moveTo>
                  <a:pt x="1415114" y="6350"/>
                </a:moveTo>
                <a:lnTo>
                  <a:pt x="1407901" y="4544"/>
                </a:lnTo>
                <a:lnTo>
                  <a:pt x="1411158" y="5080"/>
                </a:lnTo>
                <a:lnTo>
                  <a:pt x="1415114" y="6350"/>
                </a:lnTo>
                <a:close/>
              </a:path>
              <a:path w="1560830" h="424179">
                <a:moveTo>
                  <a:pt x="1478908" y="34290"/>
                </a:moveTo>
                <a:lnTo>
                  <a:pt x="1441757" y="15240"/>
                </a:lnTo>
                <a:lnTo>
                  <a:pt x="1415114" y="6350"/>
                </a:lnTo>
                <a:lnTo>
                  <a:pt x="1418272" y="6350"/>
                </a:lnTo>
                <a:lnTo>
                  <a:pt x="1432113" y="10160"/>
                </a:lnTo>
                <a:lnTo>
                  <a:pt x="1446921" y="16510"/>
                </a:lnTo>
                <a:lnTo>
                  <a:pt x="1461283" y="22860"/>
                </a:lnTo>
                <a:lnTo>
                  <a:pt x="1475109" y="31750"/>
                </a:lnTo>
                <a:lnTo>
                  <a:pt x="1478908" y="34290"/>
                </a:lnTo>
                <a:close/>
              </a:path>
              <a:path w="1560830" h="424179">
                <a:moveTo>
                  <a:pt x="1488974" y="41910"/>
                </a:moveTo>
                <a:lnTo>
                  <a:pt x="1487873" y="40640"/>
                </a:lnTo>
                <a:lnTo>
                  <a:pt x="1488310" y="40640"/>
                </a:lnTo>
                <a:lnTo>
                  <a:pt x="1488974" y="41910"/>
                </a:lnTo>
                <a:close/>
              </a:path>
              <a:path w="1560830" h="424179">
                <a:moveTo>
                  <a:pt x="1500203" y="50800"/>
                </a:moveTo>
                <a:lnTo>
                  <a:pt x="1488974" y="41910"/>
                </a:lnTo>
                <a:lnTo>
                  <a:pt x="1496288" y="46990"/>
                </a:lnTo>
                <a:lnTo>
                  <a:pt x="1500203" y="50800"/>
                </a:lnTo>
                <a:close/>
              </a:path>
              <a:path w="1560830" h="424179">
                <a:moveTo>
                  <a:pt x="1521567" y="73660"/>
                </a:moveTo>
                <a:lnTo>
                  <a:pt x="1511647" y="62230"/>
                </a:lnTo>
                <a:lnTo>
                  <a:pt x="1500318" y="50800"/>
                </a:lnTo>
                <a:lnTo>
                  <a:pt x="1508119" y="58420"/>
                </a:lnTo>
                <a:lnTo>
                  <a:pt x="1518790" y="69850"/>
                </a:lnTo>
                <a:lnTo>
                  <a:pt x="1521567" y="73660"/>
                </a:lnTo>
                <a:close/>
              </a:path>
              <a:path w="1560830" h="424179">
                <a:moveTo>
                  <a:pt x="1559987" y="151052"/>
                </a:moveTo>
                <a:lnTo>
                  <a:pt x="1544776" y="109220"/>
                </a:lnTo>
                <a:lnTo>
                  <a:pt x="1521567" y="73660"/>
                </a:lnTo>
                <a:lnTo>
                  <a:pt x="1522333" y="73660"/>
                </a:lnTo>
                <a:lnTo>
                  <a:pt x="1547604" y="114300"/>
                </a:lnTo>
                <a:lnTo>
                  <a:pt x="1558795" y="144780"/>
                </a:lnTo>
                <a:lnTo>
                  <a:pt x="1559987" y="151052"/>
                </a:lnTo>
                <a:close/>
              </a:path>
              <a:path w="1560830" h="424179">
                <a:moveTo>
                  <a:pt x="1560119" y="243840"/>
                </a:moveTo>
                <a:lnTo>
                  <a:pt x="1560700" y="240030"/>
                </a:lnTo>
                <a:lnTo>
                  <a:pt x="1560700" y="241300"/>
                </a:lnTo>
                <a:lnTo>
                  <a:pt x="1560119" y="243840"/>
                </a:lnTo>
                <a:close/>
              </a:path>
              <a:path w="1560830" h="424179">
                <a:moveTo>
                  <a:pt x="1488670" y="352791"/>
                </a:moveTo>
                <a:lnTo>
                  <a:pt x="1518790" y="323850"/>
                </a:lnTo>
                <a:lnTo>
                  <a:pt x="1544776" y="284480"/>
                </a:lnTo>
                <a:lnTo>
                  <a:pt x="1560119" y="243840"/>
                </a:lnTo>
                <a:lnTo>
                  <a:pt x="1558795" y="250190"/>
                </a:lnTo>
                <a:lnTo>
                  <a:pt x="1540311" y="293370"/>
                </a:lnTo>
                <a:lnTo>
                  <a:pt x="1511647" y="332740"/>
                </a:lnTo>
                <a:lnTo>
                  <a:pt x="1500246" y="344170"/>
                </a:lnTo>
                <a:lnTo>
                  <a:pt x="1488670" y="352791"/>
                </a:lnTo>
                <a:close/>
              </a:path>
              <a:path w="1560830" h="424179">
                <a:moveTo>
                  <a:pt x="1508119" y="335280"/>
                </a:moveTo>
                <a:lnTo>
                  <a:pt x="1518790" y="323850"/>
                </a:lnTo>
                <a:lnTo>
                  <a:pt x="1511875" y="331470"/>
                </a:lnTo>
                <a:lnTo>
                  <a:pt x="1508119" y="335280"/>
                </a:lnTo>
                <a:close/>
              </a:path>
              <a:path w="1560830" h="424179">
                <a:moveTo>
                  <a:pt x="1369226" y="393700"/>
                </a:moveTo>
                <a:lnTo>
                  <a:pt x="1363741" y="393700"/>
                </a:lnTo>
                <a:lnTo>
                  <a:pt x="1348293" y="392430"/>
                </a:lnTo>
                <a:lnTo>
                  <a:pt x="1301144" y="381000"/>
                </a:lnTo>
                <a:lnTo>
                  <a:pt x="1275289" y="369570"/>
                </a:lnTo>
                <a:lnTo>
                  <a:pt x="1348129" y="334010"/>
                </a:lnTo>
                <a:lnTo>
                  <a:pt x="1374963" y="331470"/>
                </a:lnTo>
                <a:lnTo>
                  <a:pt x="1377553" y="344170"/>
                </a:lnTo>
                <a:lnTo>
                  <a:pt x="1372857" y="361950"/>
                </a:lnTo>
                <a:lnTo>
                  <a:pt x="1367762" y="381000"/>
                </a:lnTo>
                <a:lnTo>
                  <a:pt x="1367812" y="382270"/>
                </a:lnTo>
                <a:lnTo>
                  <a:pt x="1369226" y="393700"/>
                </a:lnTo>
                <a:close/>
              </a:path>
              <a:path w="1560830" h="424179">
                <a:moveTo>
                  <a:pt x="1380276" y="396240"/>
                </a:moveTo>
                <a:lnTo>
                  <a:pt x="1369226" y="393700"/>
                </a:lnTo>
                <a:lnTo>
                  <a:pt x="1367812" y="382270"/>
                </a:lnTo>
                <a:lnTo>
                  <a:pt x="1367762" y="381000"/>
                </a:lnTo>
                <a:lnTo>
                  <a:pt x="1372820" y="363220"/>
                </a:lnTo>
                <a:lnTo>
                  <a:pt x="1377553" y="344170"/>
                </a:lnTo>
                <a:lnTo>
                  <a:pt x="1374963" y="331470"/>
                </a:lnTo>
                <a:lnTo>
                  <a:pt x="1511676" y="331470"/>
                </a:lnTo>
                <a:lnTo>
                  <a:pt x="1476836" y="360709"/>
                </a:lnTo>
                <a:lnTo>
                  <a:pt x="1470213" y="364490"/>
                </a:lnTo>
                <a:lnTo>
                  <a:pt x="1458288" y="372110"/>
                </a:lnTo>
                <a:lnTo>
                  <a:pt x="1451061" y="374650"/>
                </a:lnTo>
                <a:lnTo>
                  <a:pt x="1443857" y="378460"/>
                </a:lnTo>
                <a:lnTo>
                  <a:pt x="1439157" y="381000"/>
                </a:lnTo>
                <a:lnTo>
                  <a:pt x="1426681" y="384810"/>
                </a:lnTo>
                <a:lnTo>
                  <a:pt x="1411158" y="388620"/>
                </a:lnTo>
                <a:lnTo>
                  <a:pt x="1379725" y="393700"/>
                </a:lnTo>
                <a:lnTo>
                  <a:pt x="1396751" y="393700"/>
                </a:lnTo>
                <a:lnTo>
                  <a:pt x="1380276" y="396240"/>
                </a:lnTo>
                <a:close/>
              </a:path>
              <a:path w="1560830" h="424179">
                <a:moveTo>
                  <a:pt x="1458288" y="372110"/>
                </a:moveTo>
                <a:lnTo>
                  <a:pt x="1470213" y="364490"/>
                </a:lnTo>
                <a:lnTo>
                  <a:pt x="1476836" y="360709"/>
                </a:lnTo>
                <a:lnTo>
                  <a:pt x="1474975" y="361950"/>
                </a:lnTo>
                <a:lnTo>
                  <a:pt x="1460926" y="370840"/>
                </a:lnTo>
                <a:lnTo>
                  <a:pt x="1458288" y="372110"/>
                </a:lnTo>
                <a:close/>
              </a:path>
              <a:path w="1560830" h="424179">
                <a:moveTo>
                  <a:pt x="1451061" y="374650"/>
                </a:moveTo>
                <a:lnTo>
                  <a:pt x="1458288" y="372110"/>
                </a:lnTo>
                <a:lnTo>
                  <a:pt x="1456298" y="373380"/>
                </a:lnTo>
                <a:lnTo>
                  <a:pt x="1451061" y="374650"/>
                </a:lnTo>
                <a:close/>
              </a:path>
              <a:path w="1560830" h="424179">
                <a:moveTo>
                  <a:pt x="1444054" y="378365"/>
                </a:moveTo>
                <a:lnTo>
                  <a:pt x="1451061" y="374650"/>
                </a:lnTo>
                <a:lnTo>
                  <a:pt x="1446519" y="377190"/>
                </a:lnTo>
                <a:lnTo>
                  <a:pt x="1444054" y="378365"/>
                </a:lnTo>
                <a:close/>
              </a:path>
              <a:path w="1560830" h="424179">
                <a:moveTo>
                  <a:pt x="1439157" y="381000"/>
                </a:moveTo>
                <a:lnTo>
                  <a:pt x="1443697" y="378557"/>
                </a:lnTo>
                <a:lnTo>
                  <a:pt x="1441757" y="379730"/>
                </a:lnTo>
                <a:lnTo>
                  <a:pt x="1439157" y="381000"/>
                </a:lnTo>
                <a:close/>
              </a:path>
              <a:path w="1560830" h="424179">
                <a:moveTo>
                  <a:pt x="1396751" y="393700"/>
                </a:moveTo>
                <a:lnTo>
                  <a:pt x="1379725" y="393700"/>
                </a:lnTo>
                <a:lnTo>
                  <a:pt x="1411158" y="388620"/>
                </a:lnTo>
                <a:lnTo>
                  <a:pt x="1426681" y="384810"/>
                </a:lnTo>
                <a:lnTo>
                  <a:pt x="1439157" y="381000"/>
                </a:lnTo>
                <a:lnTo>
                  <a:pt x="1432113" y="383540"/>
                </a:lnTo>
                <a:lnTo>
                  <a:pt x="1415191" y="388620"/>
                </a:lnTo>
                <a:lnTo>
                  <a:pt x="1396751" y="393700"/>
                </a:lnTo>
                <a:close/>
              </a:path>
              <a:path w="1560830" h="424179">
                <a:moveTo>
                  <a:pt x="1096722" y="408940"/>
                </a:moveTo>
                <a:lnTo>
                  <a:pt x="1043176" y="407670"/>
                </a:lnTo>
                <a:lnTo>
                  <a:pt x="988565" y="405130"/>
                </a:lnTo>
                <a:lnTo>
                  <a:pt x="839658" y="394970"/>
                </a:lnTo>
                <a:lnTo>
                  <a:pt x="792033" y="392430"/>
                </a:lnTo>
                <a:lnTo>
                  <a:pt x="707856" y="382270"/>
                </a:lnTo>
                <a:lnTo>
                  <a:pt x="1250052" y="382270"/>
                </a:lnTo>
                <a:lnTo>
                  <a:pt x="1248385" y="383540"/>
                </a:lnTo>
                <a:lnTo>
                  <a:pt x="1192083" y="401320"/>
                </a:lnTo>
                <a:lnTo>
                  <a:pt x="1147068" y="406400"/>
                </a:lnTo>
                <a:lnTo>
                  <a:pt x="1096722" y="408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9614AF-B995-4A77-B079-11FE0A2496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</a:t>
            </a:fld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59019" y="9331748"/>
            <a:ext cx="1610360" cy="422275"/>
          </a:xfrm>
          <a:custGeom>
            <a:avLst/>
            <a:gdLst/>
            <a:ahLst/>
            <a:cxnLst/>
            <a:rect l="l" t="t" r="r" b="b"/>
            <a:pathLst>
              <a:path w="1610359" h="422275">
                <a:moveTo>
                  <a:pt x="668297" y="421851"/>
                </a:moveTo>
                <a:lnTo>
                  <a:pt x="275206" y="421851"/>
                </a:lnTo>
                <a:lnTo>
                  <a:pt x="242901" y="420760"/>
                </a:lnTo>
                <a:lnTo>
                  <a:pt x="202688" y="418826"/>
                </a:lnTo>
                <a:lnTo>
                  <a:pt x="150718" y="415303"/>
                </a:lnTo>
                <a:lnTo>
                  <a:pt x="94520" y="396253"/>
                </a:lnTo>
                <a:lnTo>
                  <a:pt x="58206" y="373274"/>
                </a:lnTo>
                <a:lnTo>
                  <a:pt x="30465" y="341365"/>
                </a:lnTo>
                <a:lnTo>
                  <a:pt x="10581" y="303741"/>
                </a:lnTo>
                <a:lnTo>
                  <a:pt x="1413" y="261593"/>
                </a:lnTo>
                <a:lnTo>
                  <a:pt x="0" y="239983"/>
                </a:lnTo>
                <a:lnTo>
                  <a:pt x="104" y="220874"/>
                </a:lnTo>
                <a:lnTo>
                  <a:pt x="14242" y="171180"/>
                </a:lnTo>
                <a:lnTo>
                  <a:pt x="42535" y="129181"/>
                </a:lnTo>
                <a:lnTo>
                  <a:pt x="74599" y="99430"/>
                </a:lnTo>
                <a:lnTo>
                  <a:pt x="115192" y="79174"/>
                </a:lnTo>
                <a:lnTo>
                  <a:pt x="164157" y="68905"/>
                </a:lnTo>
                <a:lnTo>
                  <a:pt x="494200" y="54887"/>
                </a:lnTo>
                <a:lnTo>
                  <a:pt x="735708" y="40973"/>
                </a:lnTo>
                <a:lnTo>
                  <a:pt x="1110450" y="11688"/>
                </a:lnTo>
                <a:lnTo>
                  <a:pt x="1164059" y="8466"/>
                </a:lnTo>
                <a:lnTo>
                  <a:pt x="1273360" y="4013"/>
                </a:lnTo>
                <a:lnTo>
                  <a:pt x="1386392" y="1066"/>
                </a:lnTo>
                <a:lnTo>
                  <a:pt x="1491366" y="0"/>
                </a:lnTo>
                <a:lnTo>
                  <a:pt x="1537146" y="290"/>
                </a:lnTo>
                <a:lnTo>
                  <a:pt x="1576490" y="1191"/>
                </a:lnTo>
                <a:lnTo>
                  <a:pt x="1607924" y="2751"/>
                </a:lnTo>
                <a:lnTo>
                  <a:pt x="1609829" y="2934"/>
                </a:lnTo>
                <a:lnTo>
                  <a:pt x="1609829" y="3361"/>
                </a:lnTo>
                <a:lnTo>
                  <a:pt x="1602030" y="3361"/>
                </a:lnTo>
                <a:lnTo>
                  <a:pt x="1586016" y="4656"/>
                </a:lnTo>
                <a:lnTo>
                  <a:pt x="1538867" y="15372"/>
                </a:lnTo>
                <a:lnTo>
                  <a:pt x="1496362" y="37398"/>
                </a:lnTo>
                <a:lnTo>
                  <a:pt x="1459721" y="69367"/>
                </a:lnTo>
                <a:lnTo>
                  <a:pt x="1432664" y="108479"/>
                </a:lnTo>
                <a:lnTo>
                  <a:pt x="1415117" y="153752"/>
                </a:lnTo>
                <a:lnTo>
                  <a:pt x="1408851" y="201824"/>
                </a:lnTo>
                <a:lnTo>
                  <a:pt x="1409566" y="218195"/>
                </a:lnTo>
                <a:lnTo>
                  <a:pt x="1419686" y="265403"/>
                </a:lnTo>
                <a:lnTo>
                  <a:pt x="1440492" y="308682"/>
                </a:lnTo>
                <a:lnTo>
                  <a:pt x="1470764" y="345651"/>
                </a:lnTo>
                <a:lnTo>
                  <a:pt x="1509876" y="374717"/>
                </a:lnTo>
                <a:lnTo>
                  <a:pt x="1554346" y="393276"/>
                </a:lnTo>
                <a:lnTo>
                  <a:pt x="1563011" y="395231"/>
                </a:lnTo>
                <a:lnTo>
                  <a:pt x="1205632" y="395231"/>
                </a:lnTo>
                <a:lnTo>
                  <a:pt x="1162154" y="396134"/>
                </a:lnTo>
                <a:lnTo>
                  <a:pt x="1109960" y="399601"/>
                </a:lnTo>
                <a:lnTo>
                  <a:pt x="1046076" y="406567"/>
                </a:lnTo>
                <a:lnTo>
                  <a:pt x="843810" y="406567"/>
                </a:lnTo>
                <a:lnTo>
                  <a:pt x="844420" y="406603"/>
                </a:lnTo>
                <a:lnTo>
                  <a:pt x="799251" y="406611"/>
                </a:lnTo>
                <a:lnTo>
                  <a:pt x="754246" y="410138"/>
                </a:lnTo>
                <a:lnTo>
                  <a:pt x="668297" y="421851"/>
                </a:lnTo>
                <a:close/>
              </a:path>
              <a:path w="1610359" h="422275">
                <a:moveTo>
                  <a:pt x="1602030" y="400286"/>
                </a:moveTo>
                <a:lnTo>
                  <a:pt x="1554346" y="393276"/>
                </a:lnTo>
                <a:lnTo>
                  <a:pt x="1509876" y="374717"/>
                </a:lnTo>
                <a:lnTo>
                  <a:pt x="1470764" y="345651"/>
                </a:lnTo>
                <a:lnTo>
                  <a:pt x="1440492" y="308682"/>
                </a:lnTo>
                <a:lnTo>
                  <a:pt x="1419686" y="265403"/>
                </a:lnTo>
                <a:lnTo>
                  <a:pt x="1409566" y="218195"/>
                </a:lnTo>
                <a:lnTo>
                  <a:pt x="1408851" y="201824"/>
                </a:lnTo>
                <a:lnTo>
                  <a:pt x="1409566" y="185453"/>
                </a:lnTo>
                <a:lnTo>
                  <a:pt x="1419686" y="138244"/>
                </a:lnTo>
                <a:lnTo>
                  <a:pt x="1440492" y="94965"/>
                </a:lnTo>
                <a:lnTo>
                  <a:pt x="1470764" y="57996"/>
                </a:lnTo>
                <a:lnTo>
                  <a:pt x="1510010" y="28930"/>
                </a:lnTo>
                <a:lnTo>
                  <a:pt x="1554346" y="10371"/>
                </a:lnTo>
                <a:lnTo>
                  <a:pt x="1602030" y="3361"/>
                </a:lnTo>
                <a:lnTo>
                  <a:pt x="1609829" y="3468"/>
                </a:lnTo>
                <a:lnTo>
                  <a:pt x="1609829" y="400180"/>
                </a:lnTo>
                <a:lnTo>
                  <a:pt x="1602030" y="400286"/>
                </a:lnTo>
                <a:close/>
              </a:path>
              <a:path w="1610359" h="422275">
                <a:moveTo>
                  <a:pt x="1609829" y="3468"/>
                </a:moveTo>
                <a:lnTo>
                  <a:pt x="1602030" y="3361"/>
                </a:lnTo>
                <a:lnTo>
                  <a:pt x="1609829" y="3361"/>
                </a:lnTo>
                <a:close/>
              </a:path>
              <a:path w="1610359" h="422275">
                <a:moveTo>
                  <a:pt x="1575170" y="402081"/>
                </a:moveTo>
                <a:lnTo>
                  <a:pt x="1532515" y="402051"/>
                </a:lnTo>
                <a:lnTo>
                  <a:pt x="1256330" y="395473"/>
                </a:lnTo>
                <a:lnTo>
                  <a:pt x="1205632" y="395231"/>
                </a:lnTo>
                <a:lnTo>
                  <a:pt x="1563011" y="395231"/>
                </a:lnTo>
                <a:lnTo>
                  <a:pt x="1570181" y="396848"/>
                </a:lnTo>
                <a:lnTo>
                  <a:pt x="1586016" y="398991"/>
                </a:lnTo>
                <a:lnTo>
                  <a:pt x="1602030" y="400286"/>
                </a:lnTo>
                <a:lnTo>
                  <a:pt x="1609829" y="400286"/>
                </a:lnTo>
                <a:lnTo>
                  <a:pt x="1609829" y="400714"/>
                </a:lnTo>
                <a:lnTo>
                  <a:pt x="1607924" y="400896"/>
                </a:lnTo>
                <a:lnTo>
                  <a:pt x="1575170" y="402081"/>
                </a:lnTo>
                <a:close/>
              </a:path>
              <a:path w="1610359" h="422275">
                <a:moveTo>
                  <a:pt x="1609829" y="400286"/>
                </a:moveTo>
                <a:lnTo>
                  <a:pt x="1602030" y="400286"/>
                </a:lnTo>
                <a:lnTo>
                  <a:pt x="1609829" y="400180"/>
                </a:lnTo>
                <a:close/>
              </a:path>
              <a:path w="1610359" h="422275">
                <a:moveTo>
                  <a:pt x="844420" y="406603"/>
                </a:moveTo>
                <a:lnTo>
                  <a:pt x="843810" y="406567"/>
                </a:lnTo>
                <a:lnTo>
                  <a:pt x="1046076" y="406567"/>
                </a:lnTo>
                <a:lnTo>
                  <a:pt x="844420" y="406603"/>
                </a:lnTo>
                <a:close/>
              </a:path>
              <a:path w="1610359" h="422275">
                <a:moveTo>
                  <a:pt x="976416" y="412326"/>
                </a:moveTo>
                <a:lnTo>
                  <a:pt x="931857" y="411835"/>
                </a:lnTo>
                <a:lnTo>
                  <a:pt x="844420" y="406603"/>
                </a:lnTo>
                <a:lnTo>
                  <a:pt x="1046076" y="406567"/>
                </a:lnTo>
                <a:lnTo>
                  <a:pt x="1020573" y="409394"/>
                </a:lnTo>
                <a:lnTo>
                  <a:pt x="976416" y="412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8CB4D-6DB5-42CF-8206-C7F2DD97C4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</a:t>
            </a:fld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918256" y="9438957"/>
            <a:ext cx="1550670" cy="314960"/>
          </a:xfrm>
          <a:custGeom>
            <a:avLst/>
            <a:gdLst/>
            <a:ahLst/>
            <a:cxnLst/>
            <a:rect l="l" t="t" r="r" b="b"/>
            <a:pathLst>
              <a:path w="1550669" h="314959">
                <a:moveTo>
                  <a:pt x="1550593" y="16256"/>
                </a:moveTo>
                <a:lnTo>
                  <a:pt x="1540306" y="15786"/>
                </a:lnTo>
                <a:lnTo>
                  <a:pt x="1524038" y="16395"/>
                </a:lnTo>
                <a:lnTo>
                  <a:pt x="1516138" y="17310"/>
                </a:lnTo>
                <a:lnTo>
                  <a:pt x="1513446" y="17475"/>
                </a:lnTo>
                <a:lnTo>
                  <a:pt x="1509395" y="18084"/>
                </a:lnTo>
                <a:lnTo>
                  <a:pt x="1507947" y="18262"/>
                </a:lnTo>
                <a:lnTo>
                  <a:pt x="1506639" y="18516"/>
                </a:lnTo>
                <a:lnTo>
                  <a:pt x="1482331" y="22250"/>
                </a:lnTo>
                <a:lnTo>
                  <a:pt x="1450619" y="30060"/>
                </a:lnTo>
                <a:lnTo>
                  <a:pt x="1446771" y="29210"/>
                </a:lnTo>
                <a:lnTo>
                  <a:pt x="1429791" y="26670"/>
                </a:lnTo>
                <a:lnTo>
                  <a:pt x="1404670" y="21590"/>
                </a:lnTo>
                <a:lnTo>
                  <a:pt x="1311211" y="8890"/>
                </a:lnTo>
                <a:lnTo>
                  <a:pt x="1221079" y="1270"/>
                </a:lnTo>
                <a:lnTo>
                  <a:pt x="1177683" y="0"/>
                </a:lnTo>
                <a:lnTo>
                  <a:pt x="1133576" y="0"/>
                </a:lnTo>
                <a:lnTo>
                  <a:pt x="1087678" y="1270"/>
                </a:lnTo>
                <a:lnTo>
                  <a:pt x="1041222" y="3810"/>
                </a:lnTo>
                <a:lnTo>
                  <a:pt x="992212" y="10160"/>
                </a:lnTo>
                <a:lnTo>
                  <a:pt x="942416" y="17780"/>
                </a:lnTo>
                <a:lnTo>
                  <a:pt x="893635" y="24130"/>
                </a:lnTo>
                <a:lnTo>
                  <a:pt x="847648" y="26670"/>
                </a:lnTo>
                <a:lnTo>
                  <a:pt x="801598" y="24130"/>
                </a:lnTo>
                <a:lnTo>
                  <a:pt x="759574" y="20320"/>
                </a:lnTo>
                <a:lnTo>
                  <a:pt x="714502" y="13970"/>
                </a:lnTo>
                <a:lnTo>
                  <a:pt x="669531" y="12700"/>
                </a:lnTo>
                <a:lnTo>
                  <a:pt x="615365" y="12700"/>
                </a:lnTo>
                <a:lnTo>
                  <a:pt x="557720" y="15240"/>
                </a:lnTo>
                <a:lnTo>
                  <a:pt x="516966" y="20320"/>
                </a:lnTo>
                <a:lnTo>
                  <a:pt x="512000" y="20320"/>
                </a:lnTo>
                <a:lnTo>
                  <a:pt x="465963" y="27940"/>
                </a:lnTo>
                <a:lnTo>
                  <a:pt x="449668" y="34290"/>
                </a:lnTo>
                <a:lnTo>
                  <a:pt x="447116" y="34836"/>
                </a:lnTo>
                <a:lnTo>
                  <a:pt x="435927" y="33667"/>
                </a:lnTo>
                <a:lnTo>
                  <a:pt x="384365" y="29819"/>
                </a:lnTo>
                <a:lnTo>
                  <a:pt x="342811" y="27952"/>
                </a:lnTo>
                <a:lnTo>
                  <a:pt x="338378" y="27927"/>
                </a:lnTo>
                <a:lnTo>
                  <a:pt x="337870" y="27876"/>
                </a:lnTo>
                <a:lnTo>
                  <a:pt x="332930" y="27355"/>
                </a:lnTo>
                <a:lnTo>
                  <a:pt x="318604" y="27063"/>
                </a:lnTo>
                <a:lnTo>
                  <a:pt x="304711" y="27952"/>
                </a:lnTo>
                <a:lnTo>
                  <a:pt x="262661" y="37998"/>
                </a:lnTo>
                <a:lnTo>
                  <a:pt x="242735" y="46850"/>
                </a:lnTo>
                <a:lnTo>
                  <a:pt x="207568" y="42240"/>
                </a:lnTo>
                <a:lnTo>
                  <a:pt x="203288" y="41516"/>
                </a:lnTo>
                <a:lnTo>
                  <a:pt x="192684" y="40093"/>
                </a:lnTo>
                <a:lnTo>
                  <a:pt x="179031" y="39014"/>
                </a:lnTo>
                <a:lnTo>
                  <a:pt x="165658" y="39382"/>
                </a:lnTo>
                <a:lnTo>
                  <a:pt x="125653" y="47002"/>
                </a:lnTo>
                <a:lnTo>
                  <a:pt x="85648" y="63195"/>
                </a:lnTo>
                <a:lnTo>
                  <a:pt x="52031" y="89192"/>
                </a:lnTo>
                <a:lnTo>
                  <a:pt x="25641" y="122250"/>
                </a:lnTo>
                <a:lnTo>
                  <a:pt x="8128" y="160350"/>
                </a:lnTo>
                <a:lnTo>
                  <a:pt x="50" y="200355"/>
                </a:lnTo>
                <a:lnTo>
                  <a:pt x="0" y="206070"/>
                </a:lnTo>
                <a:lnTo>
                  <a:pt x="279" y="222961"/>
                </a:lnTo>
                <a:lnTo>
                  <a:pt x="8496" y="266268"/>
                </a:lnTo>
                <a:lnTo>
                  <a:pt x="23368" y="303339"/>
                </a:lnTo>
                <a:lnTo>
                  <a:pt x="31508" y="314642"/>
                </a:lnTo>
                <a:lnTo>
                  <a:pt x="185648" y="314642"/>
                </a:lnTo>
                <a:lnTo>
                  <a:pt x="185902" y="314642"/>
                </a:lnTo>
                <a:lnTo>
                  <a:pt x="1550593" y="314642"/>
                </a:lnTo>
                <a:lnTo>
                  <a:pt x="1550593" y="313690"/>
                </a:lnTo>
                <a:lnTo>
                  <a:pt x="1550593" y="55880"/>
                </a:lnTo>
                <a:lnTo>
                  <a:pt x="1550593" y="16700"/>
                </a:lnTo>
                <a:lnTo>
                  <a:pt x="1550593" y="16408"/>
                </a:lnTo>
                <a:lnTo>
                  <a:pt x="1546948" y="16408"/>
                </a:lnTo>
                <a:lnTo>
                  <a:pt x="1530908" y="16446"/>
                </a:lnTo>
                <a:lnTo>
                  <a:pt x="1546898" y="16408"/>
                </a:lnTo>
                <a:lnTo>
                  <a:pt x="1550593" y="16395"/>
                </a:lnTo>
                <a:lnTo>
                  <a:pt x="1550593" y="162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A02E5E-CA2E-420B-8E74-D2D61AA642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37724" y="9305690"/>
            <a:ext cx="1631314" cy="414655"/>
          </a:xfrm>
          <a:custGeom>
            <a:avLst/>
            <a:gdLst/>
            <a:ahLst/>
            <a:cxnLst/>
            <a:rect l="l" t="t" r="r" b="b"/>
            <a:pathLst>
              <a:path w="1631315" h="414654">
                <a:moveTo>
                  <a:pt x="267144" y="414572"/>
                </a:moveTo>
                <a:lnTo>
                  <a:pt x="225263" y="414482"/>
                </a:lnTo>
                <a:lnTo>
                  <a:pt x="158648" y="412161"/>
                </a:lnTo>
                <a:lnTo>
                  <a:pt x="111886" y="403023"/>
                </a:lnTo>
                <a:lnTo>
                  <a:pt x="77403" y="382157"/>
                </a:lnTo>
                <a:lnTo>
                  <a:pt x="43559" y="352094"/>
                </a:lnTo>
                <a:lnTo>
                  <a:pt x="18779" y="319917"/>
                </a:lnTo>
                <a:lnTo>
                  <a:pt x="6069" y="281683"/>
                </a:lnTo>
                <a:lnTo>
                  <a:pt x="0" y="238359"/>
                </a:lnTo>
                <a:lnTo>
                  <a:pt x="95" y="231096"/>
                </a:lnTo>
                <a:lnTo>
                  <a:pt x="11040" y="175494"/>
                </a:lnTo>
                <a:lnTo>
                  <a:pt x="30924" y="137394"/>
                </a:lnTo>
                <a:lnTo>
                  <a:pt x="58784" y="106200"/>
                </a:lnTo>
                <a:lnTo>
                  <a:pt x="93789" y="82149"/>
                </a:lnTo>
                <a:lnTo>
                  <a:pt x="143676" y="67505"/>
                </a:lnTo>
                <a:lnTo>
                  <a:pt x="923066" y="13327"/>
                </a:lnTo>
                <a:lnTo>
                  <a:pt x="1101038" y="4282"/>
                </a:lnTo>
                <a:lnTo>
                  <a:pt x="1174692" y="1575"/>
                </a:lnTo>
                <a:lnTo>
                  <a:pt x="1235955" y="211"/>
                </a:lnTo>
                <a:lnTo>
                  <a:pt x="1262594" y="0"/>
                </a:lnTo>
                <a:lnTo>
                  <a:pt x="1286920" y="82"/>
                </a:lnTo>
                <a:lnTo>
                  <a:pt x="1329680" y="1079"/>
                </a:lnTo>
                <a:lnTo>
                  <a:pt x="1426485" y="11203"/>
                </a:lnTo>
                <a:lnTo>
                  <a:pt x="1459261" y="17834"/>
                </a:lnTo>
                <a:lnTo>
                  <a:pt x="1457530" y="18213"/>
                </a:lnTo>
                <a:lnTo>
                  <a:pt x="1441940" y="22975"/>
                </a:lnTo>
                <a:lnTo>
                  <a:pt x="1399666" y="44287"/>
                </a:lnTo>
                <a:lnTo>
                  <a:pt x="1363709" y="75422"/>
                </a:lnTo>
                <a:lnTo>
                  <a:pt x="1335848" y="114534"/>
                </a:lnTo>
                <a:lnTo>
                  <a:pt x="1318302" y="159406"/>
                </a:lnTo>
                <a:lnTo>
                  <a:pt x="1312036" y="206451"/>
                </a:lnTo>
                <a:lnTo>
                  <a:pt x="1312750" y="222494"/>
                </a:lnTo>
                <a:lnTo>
                  <a:pt x="1321918" y="269435"/>
                </a:lnTo>
                <a:lnTo>
                  <a:pt x="1341772" y="312431"/>
                </a:lnTo>
                <a:lnTo>
                  <a:pt x="1372043" y="349802"/>
                </a:lnTo>
                <a:lnTo>
                  <a:pt x="1410352" y="378332"/>
                </a:lnTo>
                <a:lnTo>
                  <a:pt x="1419000" y="383040"/>
                </a:lnTo>
                <a:lnTo>
                  <a:pt x="892014" y="383040"/>
                </a:lnTo>
                <a:lnTo>
                  <a:pt x="897541" y="383129"/>
                </a:lnTo>
                <a:lnTo>
                  <a:pt x="840548" y="383139"/>
                </a:lnTo>
                <a:lnTo>
                  <a:pt x="785351" y="384301"/>
                </a:lnTo>
                <a:lnTo>
                  <a:pt x="728358" y="386574"/>
                </a:lnTo>
                <a:lnTo>
                  <a:pt x="670374" y="389702"/>
                </a:lnTo>
                <a:lnTo>
                  <a:pt x="346602" y="411987"/>
                </a:lnTo>
                <a:lnTo>
                  <a:pt x="304157" y="413883"/>
                </a:lnTo>
                <a:lnTo>
                  <a:pt x="267144" y="414572"/>
                </a:lnTo>
                <a:close/>
              </a:path>
              <a:path w="1631315" h="414654">
                <a:moveTo>
                  <a:pt x="1534409" y="13327"/>
                </a:moveTo>
                <a:lnTo>
                  <a:pt x="1520991" y="12021"/>
                </a:lnTo>
                <a:lnTo>
                  <a:pt x="1510390" y="11833"/>
                </a:lnTo>
                <a:lnTo>
                  <a:pt x="1510156" y="11664"/>
                </a:lnTo>
                <a:lnTo>
                  <a:pt x="1517568" y="11158"/>
                </a:lnTo>
                <a:lnTo>
                  <a:pt x="1534409" y="13327"/>
                </a:lnTo>
                <a:close/>
              </a:path>
              <a:path w="1631315" h="414654">
                <a:moveTo>
                  <a:pt x="1547303" y="33572"/>
                </a:moveTo>
                <a:lnTo>
                  <a:pt x="1528938" y="32426"/>
                </a:lnTo>
                <a:lnTo>
                  <a:pt x="1484677" y="22975"/>
                </a:lnTo>
                <a:lnTo>
                  <a:pt x="1459261" y="17834"/>
                </a:lnTo>
                <a:lnTo>
                  <a:pt x="1473366" y="14745"/>
                </a:lnTo>
                <a:lnTo>
                  <a:pt x="1489201" y="12617"/>
                </a:lnTo>
                <a:lnTo>
                  <a:pt x="1505051" y="11739"/>
                </a:lnTo>
                <a:lnTo>
                  <a:pt x="1510390" y="11833"/>
                </a:lnTo>
                <a:lnTo>
                  <a:pt x="1515826" y="15757"/>
                </a:lnTo>
                <a:lnTo>
                  <a:pt x="1529087" y="22261"/>
                </a:lnTo>
                <a:lnTo>
                  <a:pt x="1542169" y="28943"/>
                </a:lnTo>
                <a:lnTo>
                  <a:pt x="1547303" y="33572"/>
                </a:lnTo>
                <a:close/>
              </a:path>
              <a:path w="1631315" h="414654">
                <a:moveTo>
                  <a:pt x="1597704" y="33572"/>
                </a:moveTo>
                <a:lnTo>
                  <a:pt x="1547303" y="33572"/>
                </a:lnTo>
                <a:lnTo>
                  <a:pt x="1542169" y="28943"/>
                </a:lnTo>
                <a:lnTo>
                  <a:pt x="1529087" y="22261"/>
                </a:lnTo>
                <a:lnTo>
                  <a:pt x="1515826" y="15757"/>
                </a:lnTo>
                <a:lnTo>
                  <a:pt x="1510390" y="11833"/>
                </a:lnTo>
                <a:lnTo>
                  <a:pt x="1520991" y="12021"/>
                </a:lnTo>
                <a:lnTo>
                  <a:pt x="1567619" y="20700"/>
                </a:lnTo>
                <a:lnTo>
                  <a:pt x="1587413" y="28378"/>
                </a:lnTo>
                <a:lnTo>
                  <a:pt x="1597704" y="33572"/>
                </a:lnTo>
                <a:close/>
              </a:path>
              <a:path w="1631315" h="414654">
                <a:moveTo>
                  <a:pt x="1567636" y="20700"/>
                </a:moveTo>
                <a:lnTo>
                  <a:pt x="1554894" y="17290"/>
                </a:lnTo>
                <a:lnTo>
                  <a:pt x="1534409" y="13327"/>
                </a:lnTo>
                <a:lnTo>
                  <a:pt x="1536752" y="13554"/>
                </a:lnTo>
                <a:lnTo>
                  <a:pt x="1552066" y="16427"/>
                </a:lnTo>
                <a:lnTo>
                  <a:pt x="1567636" y="20700"/>
                </a:lnTo>
                <a:close/>
              </a:path>
              <a:path w="1631315" h="414654">
                <a:moveTo>
                  <a:pt x="1512366" y="404571"/>
                </a:moveTo>
                <a:lnTo>
                  <a:pt x="1501390" y="404571"/>
                </a:lnTo>
                <a:lnTo>
                  <a:pt x="1485391" y="403142"/>
                </a:lnTo>
                <a:lnTo>
                  <a:pt x="1439180" y="392024"/>
                </a:lnTo>
                <a:lnTo>
                  <a:pt x="1396808" y="369685"/>
                </a:lnTo>
                <a:lnTo>
                  <a:pt x="1361000" y="338416"/>
                </a:lnTo>
                <a:lnTo>
                  <a:pt x="1333943" y="298367"/>
                </a:lnTo>
                <a:lnTo>
                  <a:pt x="1317736" y="254031"/>
                </a:lnTo>
                <a:lnTo>
                  <a:pt x="1312036" y="206451"/>
                </a:lnTo>
                <a:lnTo>
                  <a:pt x="1312750" y="190407"/>
                </a:lnTo>
                <a:lnTo>
                  <a:pt x="1322871" y="144181"/>
                </a:lnTo>
                <a:lnTo>
                  <a:pt x="1343826" y="101021"/>
                </a:lnTo>
                <a:lnTo>
                  <a:pt x="1374901" y="64052"/>
                </a:lnTo>
                <a:lnTo>
                  <a:pt x="1413209" y="35923"/>
                </a:lnTo>
                <a:lnTo>
                  <a:pt x="1457530" y="18213"/>
                </a:lnTo>
                <a:lnTo>
                  <a:pt x="1459261" y="17834"/>
                </a:lnTo>
                <a:lnTo>
                  <a:pt x="1484677" y="22975"/>
                </a:lnTo>
                <a:lnTo>
                  <a:pt x="1528938" y="32426"/>
                </a:lnTo>
                <a:lnTo>
                  <a:pt x="1547303" y="33572"/>
                </a:lnTo>
                <a:lnTo>
                  <a:pt x="1597704" y="33572"/>
                </a:lnTo>
                <a:lnTo>
                  <a:pt x="1601715" y="35596"/>
                </a:lnTo>
                <a:lnTo>
                  <a:pt x="1615482" y="43707"/>
                </a:lnTo>
                <a:lnTo>
                  <a:pt x="1628266" y="52622"/>
                </a:lnTo>
                <a:lnTo>
                  <a:pt x="1631123" y="55029"/>
                </a:lnTo>
                <a:lnTo>
                  <a:pt x="1631123" y="361563"/>
                </a:lnTo>
                <a:lnTo>
                  <a:pt x="1598660" y="382570"/>
                </a:lnTo>
                <a:lnTo>
                  <a:pt x="1556908" y="398446"/>
                </a:lnTo>
                <a:lnTo>
                  <a:pt x="1527569" y="403142"/>
                </a:lnTo>
                <a:lnTo>
                  <a:pt x="1512366" y="404571"/>
                </a:lnTo>
                <a:close/>
              </a:path>
              <a:path w="1631315" h="414654">
                <a:moveTo>
                  <a:pt x="1580745" y="25489"/>
                </a:moveTo>
                <a:lnTo>
                  <a:pt x="1567636" y="20700"/>
                </a:lnTo>
                <a:lnTo>
                  <a:pt x="1573021" y="22142"/>
                </a:lnTo>
                <a:lnTo>
                  <a:pt x="1580745" y="25489"/>
                </a:lnTo>
                <a:close/>
              </a:path>
              <a:path w="1631315" h="414654">
                <a:moveTo>
                  <a:pt x="1631123" y="55029"/>
                </a:moveTo>
                <a:lnTo>
                  <a:pt x="1587413" y="28378"/>
                </a:lnTo>
                <a:lnTo>
                  <a:pt x="1580745" y="25489"/>
                </a:lnTo>
                <a:lnTo>
                  <a:pt x="1582665" y="26190"/>
                </a:lnTo>
                <a:lnTo>
                  <a:pt x="1597206" y="32768"/>
                </a:lnTo>
                <a:lnTo>
                  <a:pt x="1611121" y="40239"/>
                </a:lnTo>
                <a:lnTo>
                  <a:pt x="1624471" y="49333"/>
                </a:lnTo>
                <a:lnTo>
                  <a:pt x="1631123" y="54600"/>
                </a:lnTo>
                <a:lnTo>
                  <a:pt x="1631123" y="55029"/>
                </a:lnTo>
                <a:close/>
              </a:path>
              <a:path w="1631315" h="414654">
                <a:moveTo>
                  <a:pt x="1609075" y="376905"/>
                </a:moveTo>
                <a:lnTo>
                  <a:pt x="1621613" y="368882"/>
                </a:lnTo>
                <a:lnTo>
                  <a:pt x="1631123" y="361563"/>
                </a:lnTo>
                <a:lnTo>
                  <a:pt x="1631123" y="361901"/>
                </a:lnTo>
                <a:lnTo>
                  <a:pt x="1626361" y="365994"/>
                </a:lnTo>
                <a:lnTo>
                  <a:pt x="1613026" y="374745"/>
                </a:lnTo>
                <a:lnTo>
                  <a:pt x="1609075" y="376905"/>
                </a:lnTo>
                <a:close/>
              </a:path>
              <a:path w="1631315" h="414654">
                <a:moveTo>
                  <a:pt x="1601244" y="381185"/>
                </a:moveTo>
                <a:lnTo>
                  <a:pt x="1609075" y="376905"/>
                </a:lnTo>
                <a:lnTo>
                  <a:pt x="1608263" y="377424"/>
                </a:lnTo>
                <a:lnTo>
                  <a:pt x="1601244" y="381185"/>
                </a:lnTo>
                <a:close/>
              </a:path>
              <a:path w="1631315" h="414654">
                <a:moveTo>
                  <a:pt x="1598660" y="382570"/>
                </a:moveTo>
                <a:lnTo>
                  <a:pt x="1601244" y="381185"/>
                </a:lnTo>
                <a:lnTo>
                  <a:pt x="1598977" y="382425"/>
                </a:lnTo>
                <a:lnTo>
                  <a:pt x="1598660" y="382570"/>
                </a:lnTo>
                <a:close/>
              </a:path>
              <a:path w="1631315" h="414654">
                <a:moveTo>
                  <a:pt x="1556908" y="398446"/>
                </a:moveTo>
                <a:lnTo>
                  <a:pt x="1570163" y="394569"/>
                </a:lnTo>
                <a:lnTo>
                  <a:pt x="1584570" y="389033"/>
                </a:lnTo>
                <a:lnTo>
                  <a:pt x="1598660" y="382570"/>
                </a:lnTo>
                <a:lnTo>
                  <a:pt x="1594348" y="384881"/>
                </a:lnTo>
                <a:lnTo>
                  <a:pt x="1579808" y="391355"/>
                </a:lnTo>
                <a:lnTo>
                  <a:pt x="1564731" y="396578"/>
                </a:lnTo>
                <a:lnTo>
                  <a:pt x="1556908" y="398446"/>
                </a:lnTo>
                <a:close/>
              </a:path>
              <a:path w="1631315" h="414654">
                <a:moveTo>
                  <a:pt x="897541" y="383129"/>
                </a:moveTo>
                <a:lnTo>
                  <a:pt x="892014" y="383040"/>
                </a:lnTo>
                <a:lnTo>
                  <a:pt x="1419000" y="383040"/>
                </a:lnTo>
                <a:lnTo>
                  <a:pt x="897541" y="383129"/>
                </a:lnTo>
                <a:close/>
              </a:path>
              <a:path w="1631315" h="414654">
                <a:moveTo>
                  <a:pt x="1478964" y="405755"/>
                </a:moveTo>
                <a:lnTo>
                  <a:pt x="1443007" y="405368"/>
                </a:lnTo>
                <a:lnTo>
                  <a:pt x="1400464" y="404075"/>
                </a:lnTo>
                <a:lnTo>
                  <a:pt x="1005209" y="385633"/>
                </a:lnTo>
                <a:lnTo>
                  <a:pt x="947246" y="383934"/>
                </a:lnTo>
                <a:lnTo>
                  <a:pt x="897541" y="383129"/>
                </a:lnTo>
                <a:lnTo>
                  <a:pt x="1419000" y="383040"/>
                </a:lnTo>
                <a:lnTo>
                  <a:pt x="1424431" y="385997"/>
                </a:lnTo>
                <a:lnTo>
                  <a:pt x="1439180" y="392024"/>
                </a:lnTo>
                <a:lnTo>
                  <a:pt x="1454554" y="397070"/>
                </a:lnTo>
                <a:lnTo>
                  <a:pt x="1470106" y="400865"/>
                </a:lnTo>
                <a:lnTo>
                  <a:pt x="1485391" y="403142"/>
                </a:lnTo>
                <a:lnTo>
                  <a:pt x="1501390" y="404571"/>
                </a:lnTo>
                <a:lnTo>
                  <a:pt x="1512366" y="404571"/>
                </a:lnTo>
                <a:lnTo>
                  <a:pt x="1507298" y="405047"/>
                </a:lnTo>
                <a:lnTo>
                  <a:pt x="1478964" y="405755"/>
                </a:lnTo>
                <a:close/>
              </a:path>
              <a:path w="1631315" h="414654">
                <a:moveTo>
                  <a:pt x="1555571" y="398765"/>
                </a:moveTo>
                <a:lnTo>
                  <a:pt x="1556908" y="398446"/>
                </a:lnTo>
                <a:lnTo>
                  <a:pt x="1556322" y="398617"/>
                </a:lnTo>
                <a:lnTo>
                  <a:pt x="1555571" y="398765"/>
                </a:lnTo>
                <a:close/>
              </a:path>
              <a:path w="1631315" h="414654">
                <a:moveTo>
                  <a:pt x="1517657" y="404571"/>
                </a:moveTo>
                <a:lnTo>
                  <a:pt x="1512366" y="404571"/>
                </a:lnTo>
                <a:lnTo>
                  <a:pt x="1527569" y="403142"/>
                </a:lnTo>
                <a:lnTo>
                  <a:pt x="1543017" y="401237"/>
                </a:lnTo>
                <a:lnTo>
                  <a:pt x="1555571" y="398765"/>
                </a:lnTo>
                <a:lnTo>
                  <a:pt x="1549208" y="400284"/>
                </a:lnTo>
                <a:lnTo>
                  <a:pt x="1533745" y="403142"/>
                </a:lnTo>
                <a:lnTo>
                  <a:pt x="1517657" y="4045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A95A85-5267-4F92-B4BC-495ACB11CF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38157" y="9344055"/>
            <a:ext cx="1731010" cy="409575"/>
          </a:xfrm>
          <a:custGeom>
            <a:avLst/>
            <a:gdLst/>
            <a:ahLst/>
            <a:cxnLst/>
            <a:rect l="l" t="t" r="r" b="b"/>
            <a:pathLst>
              <a:path w="1731009" h="409575">
                <a:moveTo>
                  <a:pt x="1646291" y="11022"/>
                </a:moveTo>
                <a:lnTo>
                  <a:pt x="545452" y="11022"/>
                </a:lnTo>
                <a:lnTo>
                  <a:pt x="1394594" y="0"/>
                </a:lnTo>
                <a:lnTo>
                  <a:pt x="1464317" y="346"/>
                </a:lnTo>
                <a:lnTo>
                  <a:pt x="1521142" y="1874"/>
                </a:lnTo>
                <a:lnTo>
                  <a:pt x="1585227" y="5401"/>
                </a:lnTo>
                <a:lnTo>
                  <a:pt x="1638776" y="10089"/>
                </a:lnTo>
                <a:lnTo>
                  <a:pt x="1646291" y="11022"/>
                </a:lnTo>
                <a:close/>
              </a:path>
              <a:path w="1731009" h="409575">
                <a:moveTo>
                  <a:pt x="1635567" y="409544"/>
                </a:moveTo>
                <a:lnTo>
                  <a:pt x="1602297" y="409544"/>
                </a:lnTo>
                <a:lnTo>
                  <a:pt x="1553661" y="402579"/>
                </a:lnTo>
                <a:lnTo>
                  <a:pt x="1496377" y="397162"/>
                </a:lnTo>
                <a:lnTo>
                  <a:pt x="1464289" y="395296"/>
                </a:lnTo>
                <a:lnTo>
                  <a:pt x="1427144" y="393758"/>
                </a:lnTo>
                <a:lnTo>
                  <a:pt x="1339687" y="391525"/>
                </a:lnTo>
                <a:lnTo>
                  <a:pt x="604190" y="386094"/>
                </a:lnTo>
                <a:lnTo>
                  <a:pt x="507985" y="383666"/>
                </a:lnTo>
                <a:lnTo>
                  <a:pt x="465591" y="382012"/>
                </a:lnTo>
                <a:lnTo>
                  <a:pt x="362289" y="375558"/>
                </a:lnTo>
                <a:lnTo>
                  <a:pt x="300531" y="370703"/>
                </a:lnTo>
                <a:lnTo>
                  <a:pt x="243959" y="365372"/>
                </a:lnTo>
                <a:lnTo>
                  <a:pt x="194133" y="359485"/>
                </a:lnTo>
                <a:lnTo>
                  <a:pt x="152616" y="352963"/>
                </a:lnTo>
                <a:lnTo>
                  <a:pt x="108317" y="341827"/>
                </a:lnTo>
                <a:lnTo>
                  <a:pt x="67612" y="315976"/>
                </a:lnTo>
                <a:lnTo>
                  <a:pt x="36388" y="285168"/>
                </a:lnTo>
                <a:lnTo>
                  <a:pt x="14733" y="249227"/>
                </a:lnTo>
                <a:lnTo>
                  <a:pt x="2649" y="208150"/>
                </a:lnTo>
                <a:lnTo>
                  <a:pt x="0" y="187612"/>
                </a:lnTo>
                <a:lnTo>
                  <a:pt x="541" y="170972"/>
                </a:lnTo>
                <a:lnTo>
                  <a:pt x="9510" y="125193"/>
                </a:lnTo>
                <a:lnTo>
                  <a:pt x="27741" y="87123"/>
                </a:lnTo>
                <a:lnTo>
                  <a:pt x="55721" y="53190"/>
                </a:lnTo>
                <a:lnTo>
                  <a:pt x="86558" y="27711"/>
                </a:lnTo>
                <a:lnTo>
                  <a:pt x="127917" y="13721"/>
                </a:lnTo>
                <a:lnTo>
                  <a:pt x="178727" y="6696"/>
                </a:lnTo>
                <a:lnTo>
                  <a:pt x="188595" y="5684"/>
                </a:lnTo>
                <a:lnTo>
                  <a:pt x="246374" y="7456"/>
                </a:lnTo>
                <a:lnTo>
                  <a:pt x="364509" y="9851"/>
                </a:lnTo>
                <a:lnTo>
                  <a:pt x="1646291" y="11022"/>
                </a:lnTo>
                <a:lnTo>
                  <a:pt x="1683752" y="15671"/>
                </a:lnTo>
                <a:lnTo>
                  <a:pt x="1716231" y="20924"/>
                </a:lnTo>
                <a:lnTo>
                  <a:pt x="1700212" y="20924"/>
                </a:lnTo>
                <a:lnTo>
                  <a:pt x="1684213" y="21475"/>
                </a:lnTo>
                <a:lnTo>
                  <a:pt x="1636395" y="30449"/>
                </a:lnTo>
                <a:lnTo>
                  <a:pt x="1592594" y="51077"/>
                </a:lnTo>
                <a:lnTo>
                  <a:pt x="1554718" y="81170"/>
                </a:lnTo>
                <a:lnTo>
                  <a:pt x="1525741" y="120014"/>
                </a:lnTo>
                <a:lnTo>
                  <a:pt x="1506855" y="164752"/>
                </a:lnTo>
                <a:lnTo>
                  <a:pt x="1498282" y="212570"/>
                </a:lnTo>
                <a:lnTo>
                  <a:pt x="1498325" y="229045"/>
                </a:lnTo>
                <a:lnTo>
                  <a:pt x="1506453" y="276120"/>
                </a:lnTo>
                <a:lnTo>
                  <a:pt x="1525666" y="320962"/>
                </a:lnTo>
                <a:lnTo>
                  <a:pt x="1555298" y="359485"/>
                </a:lnTo>
                <a:lnTo>
                  <a:pt x="1592580" y="389542"/>
                </a:lnTo>
                <a:lnTo>
                  <a:pt x="1621512" y="404424"/>
                </a:lnTo>
                <a:lnTo>
                  <a:pt x="1635567" y="409544"/>
                </a:lnTo>
                <a:close/>
              </a:path>
              <a:path w="1731009" h="409575">
                <a:moveTo>
                  <a:pt x="1730692" y="409544"/>
                </a:moveTo>
                <a:lnTo>
                  <a:pt x="1635567" y="409544"/>
                </a:lnTo>
                <a:lnTo>
                  <a:pt x="1621512" y="404424"/>
                </a:lnTo>
                <a:lnTo>
                  <a:pt x="1579765" y="380448"/>
                </a:lnTo>
                <a:lnTo>
                  <a:pt x="1544002" y="347632"/>
                </a:lnTo>
                <a:lnTo>
                  <a:pt x="1518017" y="306377"/>
                </a:lnTo>
                <a:lnTo>
                  <a:pt x="1502449" y="260359"/>
                </a:lnTo>
                <a:lnTo>
                  <a:pt x="1498282" y="212570"/>
                </a:lnTo>
                <a:lnTo>
                  <a:pt x="1499711" y="196303"/>
                </a:lnTo>
                <a:lnTo>
                  <a:pt x="1511840" y="149244"/>
                </a:lnTo>
                <a:lnTo>
                  <a:pt x="1534477" y="106649"/>
                </a:lnTo>
                <a:lnTo>
                  <a:pt x="1566624" y="69948"/>
                </a:lnTo>
                <a:lnTo>
                  <a:pt x="1606748" y="43070"/>
                </a:lnTo>
                <a:lnTo>
                  <a:pt x="1651858" y="26148"/>
                </a:lnTo>
                <a:lnTo>
                  <a:pt x="1700212" y="20924"/>
                </a:lnTo>
                <a:lnTo>
                  <a:pt x="1716211" y="21639"/>
                </a:lnTo>
                <a:lnTo>
                  <a:pt x="1728247" y="23231"/>
                </a:lnTo>
                <a:lnTo>
                  <a:pt x="1730692" y="23772"/>
                </a:lnTo>
                <a:lnTo>
                  <a:pt x="1730692" y="409544"/>
                </a:lnTo>
                <a:close/>
              </a:path>
              <a:path w="1731009" h="409575">
                <a:moveTo>
                  <a:pt x="1728170" y="23214"/>
                </a:moveTo>
                <a:lnTo>
                  <a:pt x="1716211" y="21639"/>
                </a:lnTo>
                <a:lnTo>
                  <a:pt x="1700212" y="20924"/>
                </a:lnTo>
                <a:lnTo>
                  <a:pt x="1716231" y="20924"/>
                </a:lnTo>
                <a:lnTo>
                  <a:pt x="1722120" y="21877"/>
                </a:lnTo>
                <a:lnTo>
                  <a:pt x="1728170" y="23214"/>
                </a:lnTo>
                <a:close/>
              </a:path>
              <a:path w="1731009" h="409575">
                <a:moveTo>
                  <a:pt x="1730692" y="23772"/>
                </a:moveTo>
                <a:lnTo>
                  <a:pt x="1728170" y="23214"/>
                </a:lnTo>
                <a:lnTo>
                  <a:pt x="1730692" y="23546"/>
                </a:lnTo>
                <a:lnTo>
                  <a:pt x="1730692" y="23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7CB8B4-1957-422B-92C9-D384801772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6</a:t>
            </a:fld>
            <a:endParaRPr lang="en-US" alt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900082" y="9354296"/>
            <a:ext cx="1569085" cy="399415"/>
          </a:xfrm>
          <a:custGeom>
            <a:avLst/>
            <a:gdLst/>
            <a:ahLst/>
            <a:cxnLst/>
            <a:rect l="l" t="t" r="r" b="b"/>
            <a:pathLst>
              <a:path w="1569084" h="399415">
                <a:moveTo>
                  <a:pt x="491919" y="396010"/>
                </a:moveTo>
                <a:lnTo>
                  <a:pt x="432576" y="395810"/>
                </a:lnTo>
                <a:lnTo>
                  <a:pt x="371209" y="394764"/>
                </a:lnTo>
                <a:lnTo>
                  <a:pt x="310603" y="392941"/>
                </a:lnTo>
                <a:lnTo>
                  <a:pt x="253541" y="390413"/>
                </a:lnTo>
                <a:lnTo>
                  <a:pt x="202805" y="387249"/>
                </a:lnTo>
                <a:lnTo>
                  <a:pt x="161178" y="383522"/>
                </a:lnTo>
                <a:lnTo>
                  <a:pt x="118377" y="376115"/>
                </a:lnTo>
                <a:lnTo>
                  <a:pt x="76140" y="353151"/>
                </a:lnTo>
                <a:lnTo>
                  <a:pt x="42564" y="323475"/>
                </a:lnTo>
                <a:lnTo>
                  <a:pt x="18216" y="291313"/>
                </a:lnTo>
                <a:lnTo>
                  <a:pt x="5893" y="252692"/>
                </a:lnTo>
                <a:lnTo>
                  <a:pt x="297" y="208312"/>
                </a:lnTo>
                <a:lnTo>
                  <a:pt x="0" y="188800"/>
                </a:lnTo>
                <a:lnTo>
                  <a:pt x="1101" y="177713"/>
                </a:lnTo>
                <a:lnTo>
                  <a:pt x="19235" y="130981"/>
                </a:lnTo>
                <a:lnTo>
                  <a:pt x="44633" y="93997"/>
                </a:lnTo>
                <a:lnTo>
                  <a:pt x="73342" y="65571"/>
                </a:lnTo>
                <a:lnTo>
                  <a:pt x="113481" y="48306"/>
                </a:lnTo>
                <a:lnTo>
                  <a:pt x="163517" y="37234"/>
                </a:lnTo>
                <a:lnTo>
                  <a:pt x="1278597" y="1190"/>
                </a:lnTo>
                <a:lnTo>
                  <a:pt x="1360706" y="48"/>
                </a:lnTo>
                <a:lnTo>
                  <a:pt x="1382313" y="0"/>
                </a:lnTo>
                <a:lnTo>
                  <a:pt x="1401417" y="111"/>
                </a:lnTo>
                <a:lnTo>
                  <a:pt x="1418244" y="381"/>
                </a:lnTo>
                <a:lnTo>
                  <a:pt x="1433020" y="807"/>
                </a:lnTo>
                <a:lnTo>
                  <a:pt x="1445971" y="1384"/>
                </a:lnTo>
                <a:lnTo>
                  <a:pt x="1452207" y="1783"/>
                </a:lnTo>
                <a:lnTo>
                  <a:pt x="1451416" y="1783"/>
                </a:lnTo>
                <a:lnTo>
                  <a:pt x="1435417" y="3063"/>
                </a:lnTo>
                <a:lnTo>
                  <a:pt x="1389206" y="14180"/>
                </a:lnTo>
                <a:lnTo>
                  <a:pt x="1346358" y="35686"/>
                </a:lnTo>
                <a:lnTo>
                  <a:pt x="1310074" y="67237"/>
                </a:lnTo>
                <a:lnTo>
                  <a:pt x="1283017" y="106885"/>
                </a:lnTo>
                <a:lnTo>
                  <a:pt x="1266006" y="151221"/>
                </a:lnTo>
                <a:lnTo>
                  <a:pt x="1260157" y="198801"/>
                </a:lnTo>
                <a:lnTo>
                  <a:pt x="1260871" y="214845"/>
                </a:lnTo>
                <a:lnTo>
                  <a:pt x="1270515" y="261905"/>
                </a:lnTo>
                <a:lnTo>
                  <a:pt x="1290845" y="305184"/>
                </a:lnTo>
                <a:lnTo>
                  <a:pt x="1321117" y="342153"/>
                </a:lnTo>
                <a:lnTo>
                  <a:pt x="1348077" y="363108"/>
                </a:lnTo>
                <a:lnTo>
                  <a:pt x="818197" y="363108"/>
                </a:lnTo>
                <a:lnTo>
                  <a:pt x="776256" y="365455"/>
                </a:lnTo>
                <a:lnTo>
                  <a:pt x="734133" y="372054"/>
                </a:lnTo>
                <a:lnTo>
                  <a:pt x="690501" y="380527"/>
                </a:lnTo>
                <a:lnTo>
                  <a:pt x="644034" y="388498"/>
                </a:lnTo>
                <a:lnTo>
                  <a:pt x="593407" y="393588"/>
                </a:lnTo>
                <a:lnTo>
                  <a:pt x="546457" y="395293"/>
                </a:lnTo>
                <a:lnTo>
                  <a:pt x="491919" y="396010"/>
                </a:lnTo>
                <a:close/>
              </a:path>
              <a:path w="1569084" h="399415">
                <a:moveTo>
                  <a:pt x="1462292" y="395969"/>
                </a:moveTo>
                <a:lnTo>
                  <a:pt x="1451416" y="395969"/>
                </a:lnTo>
                <a:lnTo>
                  <a:pt x="1435417" y="394540"/>
                </a:lnTo>
                <a:lnTo>
                  <a:pt x="1389206" y="384226"/>
                </a:lnTo>
                <a:lnTo>
                  <a:pt x="1346358" y="362036"/>
                </a:lnTo>
                <a:lnTo>
                  <a:pt x="1310074" y="330782"/>
                </a:lnTo>
                <a:lnTo>
                  <a:pt x="1283017" y="291670"/>
                </a:lnTo>
                <a:lnTo>
                  <a:pt x="1266006" y="246397"/>
                </a:lnTo>
                <a:lnTo>
                  <a:pt x="1260157" y="198801"/>
                </a:lnTo>
                <a:lnTo>
                  <a:pt x="1260871" y="182758"/>
                </a:lnTo>
                <a:lnTo>
                  <a:pt x="1270515" y="135817"/>
                </a:lnTo>
                <a:lnTo>
                  <a:pt x="1290845" y="92955"/>
                </a:lnTo>
                <a:lnTo>
                  <a:pt x="1321117" y="55450"/>
                </a:lnTo>
                <a:lnTo>
                  <a:pt x="1360229" y="27322"/>
                </a:lnTo>
                <a:lnTo>
                  <a:pt x="1404580" y="9135"/>
                </a:lnTo>
                <a:lnTo>
                  <a:pt x="1451416" y="1783"/>
                </a:lnTo>
                <a:lnTo>
                  <a:pt x="1452571" y="1806"/>
                </a:lnTo>
                <a:lnTo>
                  <a:pt x="1499234" y="6873"/>
                </a:lnTo>
                <a:lnTo>
                  <a:pt x="1535653" y="18129"/>
                </a:lnTo>
                <a:lnTo>
                  <a:pt x="1568767" y="36808"/>
                </a:lnTo>
                <a:lnTo>
                  <a:pt x="1568767" y="361520"/>
                </a:lnTo>
                <a:lnTo>
                  <a:pt x="1530310" y="381920"/>
                </a:lnTo>
                <a:lnTo>
                  <a:pt x="1492686" y="392635"/>
                </a:lnTo>
                <a:lnTo>
                  <a:pt x="1462292" y="395969"/>
                </a:lnTo>
                <a:close/>
              </a:path>
              <a:path w="1569084" h="399415">
                <a:moveTo>
                  <a:pt x="1452571" y="1806"/>
                </a:moveTo>
                <a:lnTo>
                  <a:pt x="1451416" y="1783"/>
                </a:lnTo>
                <a:lnTo>
                  <a:pt x="1452207" y="1783"/>
                </a:lnTo>
                <a:lnTo>
                  <a:pt x="1452571" y="1806"/>
                </a:lnTo>
                <a:close/>
              </a:path>
              <a:path w="1569084" h="399415">
                <a:moveTo>
                  <a:pt x="1486531" y="4403"/>
                </a:moveTo>
                <a:lnTo>
                  <a:pt x="1477595" y="3465"/>
                </a:lnTo>
                <a:lnTo>
                  <a:pt x="1452571" y="1806"/>
                </a:lnTo>
                <a:lnTo>
                  <a:pt x="1467683" y="2110"/>
                </a:lnTo>
                <a:lnTo>
                  <a:pt x="1483771" y="3866"/>
                </a:lnTo>
                <a:lnTo>
                  <a:pt x="1486531" y="4403"/>
                </a:lnTo>
                <a:close/>
              </a:path>
              <a:path w="1569084" h="399415">
                <a:moveTo>
                  <a:pt x="1529589" y="15558"/>
                </a:moveTo>
                <a:lnTo>
                  <a:pt x="1514906" y="10579"/>
                </a:lnTo>
                <a:lnTo>
                  <a:pt x="1499234" y="6873"/>
                </a:lnTo>
                <a:lnTo>
                  <a:pt x="1486531" y="4403"/>
                </a:lnTo>
                <a:lnTo>
                  <a:pt x="1493043" y="5087"/>
                </a:lnTo>
                <a:lnTo>
                  <a:pt x="1506348" y="7602"/>
                </a:lnTo>
                <a:lnTo>
                  <a:pt x="1520189" y="11635"/>
                </a:lnTo>
                <a:lnTo>
                  <a:pt x="1529589" y="15558"/>
                </a:lnTo>
                <a:close/>
              </a:path>
              <a:path w="1569084" h="399415">
                <a:moveTo>
                  <a:pt x="1533421" y="17157"/>
                </a:moveTo>
                <a:lnTo>
                  <a:pt x="1529589" y="15558"/>
                </a:lnTo>
                <a:lnTo>
                  <a:pt x="1530310" y="15802"/>
                </a:lnTo>
                <a:lnTo>
                  <a:pt x="1533421" y="17157"/>
                </a:lnTo>
                <a:close/>
              </a:path>
              <a:path w="1569084" h="399415">
                <a:moveTo>
                  <a:pt x="1535653" y="18129"/>
                </a:moveTo>
                <a:lnTo>
                  <a:pt x="1533421" y="17157"/>
                </a:lnTo>
                <a:lnTo>
                  <a:pt x="1535132" y="17871"/>
                </a:lnTo>
                <a:lnTo>
                  <a:pt x="1535653" y="18129"/>
                </a:lnTo>
                <a:close/>
              </a:path>
              <a:path w="1569084" h="399415">
                <a:moveTo>
                  <a:pt x="1568767" y="36808"/>
                </a:moveTo>
                <a:lnTo>
                  <a:pt x="1563588" y="33200"/>
                </a:lnTo>
                <a:lnTo>
                  <a:pt x="1549717" y="25089"/>
                </a:lnTo>
                <a:lnTo>
                  <a:pt x="1535653" y="18129"/>
                </a:lnTo>
                <a:lnTo>
                  <a:pt x="1545178" y="22276"/>
                </a:lnTo>
                <a:lnTo>
                  <a:pt x="1559242" y="29733"/>
                </a:lnTo>
                <a:lnTo>
                  <a:pt x="1568767" y="36492"/>
                </a:lnTo>
                <a:lnTo>
                  <a:pt x="1568767" y="36808"/>
                </a:lnTo>
                <a:close/>
              </a:path>
              <a:path w="1569084" h="399415">
                <a:moveTo>
                  <a:pt x="1559482" y="367710"/>
                </a:moveTo>
                <a:lnTo>
                  <a:pt x="1568767" y="361520"/>
                </a:lnTo>
                <a:lnTo>
                  <a:pt x="1568767" y="361739"/>
                </a:lnTo>
                <a:lnTo>
                  <a:pt x="1563588" y="365340"/>
                </a:lnTo>
                <a:lnTo>
                  <a:pt x="1559482" y="367710"/>
                </a:lnTo>
                <a:close/>
              </a:path>
              <a:path w="1569084" h="399415">
                <a:moveTo>
                  <a:pt x="1359039" y="399303"/>
                </a:moveTo>
                <a:lnTo>
                  <a:pt x="1271021" y="399303"/>
                </a:lnTo>
                <a:lnTo>
                  <a:pt x="1205291" y="398915"/>
                </a:lnTo>
                <a:lnTo>
                  <a:pt x="1144340" y="397715"/>
                </a:lnTo>
                <a:lnTo>
                  <a:pt x="1086258" y="395951"/>
                </a:lnTo>
                <a:lnTo>
                  <a:pt x="1033782" y="393623"/>
                </a:lnTo>
                <a:lnTo>
                  <a:pt x="989647" y="390730"/>
                </a:lnTo>
                <a:lnTo>
                  <a:pt x="941293" y="383735"/>
                </a:lnTo>
                <a:lnTo>
                  <a:pt x="899993" y="374776"/>
                </a:lnTo>
                <a:lnTo>
                  <a:pt x="860658" y="366888"/>
                </a:lnTo>
                <a:lnTo>
                  <a:pt x="818197" y="363108"/>
                </a:lnTo>
                <a:lnTo>
                  <a:pt x="1348077" y="363108"/>
                </a:lnTo>
                <a:lnTo>
                  <a:pt x="1360229" y="370683"/>
                </a:lnTo>
                <a:lnTo>
                  <a:pt x="1374457" y="378348"/>
                </a:lnTo>
                <a:lnTo>
                  <a:pt x="1420132" y="392412"/>
                </a:lnTo>
                <a:lnTo>
                  <a:pt x="1451416" y="395969"/>
                </a:lnTo>
                <a:lnTo>
                  <a:pt x="1462292" y="395969"/>
                </a:lnTo>
                <a:lnTo>
                  <a:pt x="1457324" y="396445"/>
                </a:lnTo>
                <a:lnTo>
                  <a:pt x="1423067" y="398068"/>
                </a:lnTo>
                <a:lnTo>
                  <a:pt x="1377999" y="399126"/>
                </a:lnTo>
                <a:lnTo>
                  <a:pt x="1359039" y="399303"/>
                </a:lnTo>
                <a:close/>
              </a:path>
              <a:path w="1569084" h="399415">
                <a:moveTo>
                  <a:pt x="1558776" y="368118"/>
                </a:moveTo>
                <a:lnTo>
                  <a:pt x="1559482" y="367710"/>
                </a:lnTo>
                <a:lnTo>
                  <a:pt x="1559242" y="367870"/>
                </a:lnTo>
                <a:lnTo>
                  <a:pt x="1558776" y="368118"/>
                </a:lnTo>
                <a:close/>
              </a:path>
              <a:path w="1569084" h="399415">
                <a:moveTo>
                  <a:pt x="1503279" y="390584"/>
                </a:moveTo>
                <a:lnTo>
                  <a:pt x="1514906" y="387426"/>
                </a:lnTo>
                <a:lnTo>
                  <a:pt x="1530310" y="381920"/>
                </a:lnTo>
                <a:lnTo>
                  <a:pt x="1545178" y="375341"/>
                </a:lnTo>
                <a:lnTo>
                  <a:pt x="1558776" y="368118"/>
                </a:lnTo>
                <a:lnTo>
                  <a:pt x="1549717" y="373347"/>
                </a:lnTo>
                <a:lnTo>
                  <a:pt x="1535132" y="380282"/>
                </a:lnTo>
                <a:lnTo>
                  <a:pt x="1520189" y="385968"/>
                </a:lnTo>
                <a:lnTo>
                  <a:pt x="1506214" y="390016"/>
                </a:lnTo>
                <a:lnTo>
                  <a:pt x="1503279" y="390584"/>
                </a:lnTo>
                <a:close/>
              </a:path>
              <a:path w="1569084" h="399415">
                <a:moveTo>
                  <a:pt x="1467683" y="395969"/>
                </a:moveTo>
                <a:lnTo>
                  <a:pt x="1462292" y="395969"/>
                </a:lnTo>
                <a:lnTo>
                  <a:pt x="1477193" y="394540"/>
                </a:lnTo>
                <a:lnTo>
                  <a:pt x="1492686" y="392635"/>
                </a:lnTo>
                <a:lnTo>
                  <a:pt x="1503279" y="390584"/>
                </a:lnTo>
                <a:lnTo>
                  <a:pt x="1499234" y="391683"/>
                </a:lnTo>
                <a:lnTo>
                  <a:pt x="1483771" y="394540"/>
                </a:lnTo>
                <a:lnTo>
                  <a:pt x="1467683" y="3959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7206" y="7303715"/>
            <a:ext cx="7926839" cy="56565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4880F-1963-4BBB-B5B7-059436F0F5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7</a:t>
            </a:fld>
            <a:endParaRPr lang="en-US" altLang="zh-TW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341D91C-6B53-7ECA-551B-90188D1A5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61" y="1752600"/>
            <a:ext cx="8427039" cy="7723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76406" y="9391412"/>
            <a:ext cx="1592580" cy="362585"/>
          </a:xfrm>
          <a:custGeom>
            <a:avLst/>
            <a:gdLst/>
            <a:ahLst/>
            <a:cxnLst/>
            <a:rect l="l" t="t" r="r" b="b"/>
            <a:pathLst>
              <a:path w="1592580" h="362584">
                <a:moveTo>
                  <a:pt x="1592445" y="362187"/>
                </a:moveTo>
                <a:lnTo>
                  <a:pt x="48844" y="362187"/>
                </a:lnTo>
                <a:lnTo>
                  <a:pt x="37012" y="348853"/>
                </a:lnTo>
                <a:lnTo>
                  <a:pt x="15581" y="310991"/>
                </a:lnTo>
                <a:lnTo>
                  <a:pt x="2722" y="271700"/>
                </a:lnTo>
                <a:lnTo>
                  <a:pt x="0" y="249793"/>
                </a:lnTo>
                <a:lnTo>
                  <a:pt x="177" y="239285"/>
                </a:lnTo>
                <a:lnTo>
                  <a:pt x="4970" y="198030"/>
                </a:lnTo>
                <a:lnTo>
                  <a:pt x="28321" y="149780"/>
                </a:lnTo>
                <a:lnTo>
                  <a:pt x="53205" y="115490"/>
                </a:lnTo>
                <a:lnTo>
                  <a:pt x="87495" y="89773"/>
                </a:lnTo>
                <a:lnTo>
                  <a:pt x="135477" y="73461"/>
                </a:lnTo>
                <a:lnTo>
                  <a:pt x="520620" y="44094"/>
                </a:lnTo>
                <a:lnTo>
                  <a:pt x="1020894" y="6190"/>
                </a:lnTo>
                <a:lnTo>
                  <a:pt x="1048958" y="4430"/>
                </a:lnTo>
                <a:lnTo>
                  <a:pt x="1074285" y="3095"/>
                </a:lnTo>
                <a:lnTo>
                  <a:pt x="1128309" y="922"/>
                </a:lnTo>
                <a:lnTo>
                  <a:pt x="1172868" y="0"/>
                </a:lnTo>
                <a:lnTo>
                  <a:pt x="1490170" y="4286"/>
                </a:lnTo>
                <a:lnTo>
                  <a:pt x="1547255" y="6734"/>
                </a:lnTo>
                <a:lnTo>
                  <a:pt x="1592445" y="10606"/>
                </a:lnTo>
                <a:lnTo>
                  <a:pt x="1592390" y="81483"/>
                </a:lnTo>
                <a:lnTo>
                  <a:pt x="1583217" y="92734"/>
                </a:lnTo>
                <a:lnTo>
                  <a:pt x="1574109" y="105846"/>
                </a:lnTo>
                <a:lnTo>
                  <a:pt x="1553377" y="148753"/>
                </a:lnTo>
                <a:lnTo>
                  <a:pt x="1543867" y="195500"/>
                </a:lnTo>
                <a:lnTo>
                  <a:pt x="1543138" y="211365"/>
                </a:lnTo>
                <a:lnTo>
                  <a:pt x="1543748" y="227409"/>
                </a:lnTo>
                <a:lnTo>
                  <a:pt x="1552901" y="274290"/>
                </a:lnTo>
                <a:lnTo>
                  <a:pt x="1573395" y="317420"/>
                </a:lnTo>
                <a:lnTo>
                  <a:pt x="1592445" y="342872"/>
                </a:lnTo>
                <a:lnTo>
                  <a:pt x="1592445" y="362187"/>
                </a:lnTo>
                <a:close/>
              </a:path>
              <a:path w="1592580" h="362584">
                <a:moveTo>
                  <a:pt x="1592445" y="342872"/>
                </a:moveTo>
                <a:lnTo>
                  <a:pt x="1565373" y="303520"/>
                </a:lnTo>
                <a:lnTo>
                  <a:pt x="1548630" y="259318"/>
                </a:lnTo>
                <a:lnTo>
                  <a:pt x="1543138" y="211365"/>
                </a:lnTo>
                <a:lnTo>
                  <a:pt x="1543867" y="195500"/>
                </a:lnTo>
                <a:lnTo>
                  <a:pt x="1553377" y="148753"/>
                </a:lnTo>
                <a:lnTo>
                  <a:pt x="1574109" y="105846"/>
                </a:lnTo>
                <a:lnTo>
                  <a:pt x="1592445" y="81416"/>
                </a:lnTo>
                <a:lnTo>
                  <a:pt x="1592445" y="342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0CF233-E3E3-40C4-B496-0F85E0E7EA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8</a:t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07895" y="9337357"/>
            <a:ext cx="1661160" cy="405765"/>
          </a:xfrm>
          <a:custGeom>
            <a:avLst/>
            <a:gdLst/>
            <a:ahLst/>
            <a:cxnLst/>
            <a:rect l="l" t="t" r="r" b="b"/>
            <a:pathLst>
              <a:path w="1661159" h="405765">
                <a:moveTo>
                  <a:pt x="1470239" y="405317"/>
                </a:moveTo>
                <a:lnTo>
                  <a:pt x="1411903" y="405006"/>
                </a:lnTo>
                <a:lnTo>
                  <a:pt x="1230131" y="400808"/>
                </a:lnTo>
                <a:lnTo>
                  <a:pt x="1180893" y="399097"/>
                </a:lnTo>
                <a:lnTo>
                  <a:pt x="1135485" y="395942"/>
                </a:lnTo>
                <a:lnTo>
                  <a:pt x="1057529" y="388917"/>
                </a:lnTo>
                <a:lnTo>
                  <a:pt x="1009443" y="385762"/>
                </a:lnTo>
                <a:lnTo>
                  <a:pt x="970555" y="384467"/>
                </a:lnTo>
                <a:lnTo>
                  <a:pt x="605405" y="381171"/>
                </a:lnTo>
                <a:lnTo>
                  <a:pt x="552382" y="380081"/>
                </a:lnTo>
                <a:lnTo>
                  <a:pt x="502249" y="378477"/>
                </a:lnTo>
                <a:lnTo>
                  <a:pt x="293937" y="368264"/>
                </a:lnTo>
                <a:lnTo>
                  <a:pt x="243480" y="364674"/>
                </a:lnTo>
                <a:lnTo>
                  <a:pt x="197171" y="359867"/>
                </a:lnTo>
                <a:lnTo>
                  <a:pt x="156428" y="353394"/>
                </a:lnTo>
                <a:lnTo>
                  <a:pt x="99299" y="335279"/>
                </a:lnTo>
                <a:lnTo>
                  <a:pt x="63997" y="312658"/>
                </a:lnTo>
                <a:lnTo>
                  <a:pt x="35273" y="285035"/>
                </a:lnTo>
                <a:lnTo>
                  <a:pt x="24558" y="267652"/>
                </a:lnTo>
                <a:lnTo>
                  <a:pt x="19200" y="258603"/>
                </a:lnTo>
                <a:lnTo>
                  <a:pt x="3439" y="210011"/>
                </a:lnTo>
                <a:lnTo>
                  <a:pt x="0" y="163591"/>
                </a:lnTo>
                <a:lnTo>
                  <a:pt x="1698" y="144779"/>
                </a:lnTo>
                <a:lnTo>
                  <a:pt x="15033" y="103703"/>
                </a:lnTo>
                <a:lnTo>
                  <a:pt x="36940" y="67627"/>
                </a:lnTo>
                <a:lnTo>
                  <a:pt x="67453" y="37482"/>
                </a:lnTo>
                <a:lnTo>
                  <a:pt x="103615" y="15239"/>
                </a:lnTo>
                <a:lnTo>
                  <a:pt x="154336" y="3333"/>
                </a:lnTo>
                <a:lnTo>
                  <a:pt x="186483" y="0"/>
                </a:lnTo>
                <a:lnTo>
                  <a:pt x="245409" y="2053"/>
                </a:lnTo>
                <a:lnTo>
                  <a:pt x="428980" y="6372"/>
                </a:lnTo>
                <a:lnTo>
                  <a:pt x="1561421" y="8784"/>
                </a:lnTo>
                <a:lnTo>
                  <a:pt x="1564404" y="9048"/>
                </a:lnTo>
                <a:lnTo>
                  <a:pt x="1553945" y="9048"/>
                </a:lnTo>
                <a:lnTo>
                  <a:pt x="1538080" y="10477"/>
                </a:lnTo>
                <a:lnTo>
                  <a:pt x="1490931" y="20791"/>
                </a:lnTo>
                <a:lnTo>
                  <a:pt x="1448545" y="42981"/>
                </a:lnTo>
                <a:lnTo>
                  <a:pt x="1412722" y="74235"/>
                </a:lnTo>
                <a:lnTo>
                  <a:pt x="1384728" y="113347"/>
                </a:lnTo>
                <a:lnTo>
                  <a:pt x="1367717" y="158621"/>
                </a:lnTo>
                <a:lnTo>
                  <a:pt x="1361868" y="206216"/>
                </a:lnTo>
                <a:lnTo>
                  <a:pt x="1362582" y="222259"/>
                </a:lnTo>
                <a:lnTo>
                  <a:pt x="1372226" y="269200"/>
                </a:lnTo>
                <a:lnTo>
                  <a:pt x="1393107" y="312062"/>
                </a:lnTo>
                <a:lnTo>
                  <a:pt x="1423780" y="349567"/>
                </a:lnTo>
                <a:lnTo>
                  <a:pt x="1462088" y="377695"/>
                </a:lnTo>
                <a:lnTo>
                  <a:pt x="1506409" y="395882"/>
                </a:lnTo>
                <a:lnTo>
                  <a:pt x="1553124" y="403182"/>
                </a:lnTo>
                <a:lnTo>
                  <a:pt x="1520643" y="404695"/>
                </a:lnTo>
                <a:lnTo>
                  <a:pt x="1470239" y="405317"/>
                </a:lnTo>
                <a:close/>
              </a:path>
              <a:path w="1661159" h="405765">
                <a:moveTo>
                  <a:pt x="1561421" y="8784"/>
                </a:moveTo>
                <a:lnTo>
                  <a:pt x="743836" y="8784"/>
                </a:lnTo>
                <a:lnTo>
                  <a:pt x="1389331" y="5569"/>
                </a:lnTo>
                <a:lnTo>
                  <a:pt x="1461506" y="5806"/>
                </a:lnTo>
                <a:lnTo>
                  <a:pt x="1518684" y="6747"/>
                </a:lnTo>
                <a:lnTo>
                  <a:pt x="1559035" y="8572"/>
                </a:lnTo>
                <a:lnTo>
                  <a:pt x="1561421" y="8784"/>
                </a:lnTo>
                <a:close/>
              </a:path>
              <a:path w="1661159" h="405765">
                <a:moveTo>
                  <a:pt x="1553124" y="403182"/>
                </a:moveTo>
                <a:lnTo>
                  <a:pt x="1506409" y="395882"/>
                </a:lnTo>
                <a:lnTo>
                  <a:pt x="1462088" y="377695"/>
                </a:lnTo>
                <a:lnTo>
                  <a:pt x="1423780" y="349567"/>
                </a:lnTo>
                <a:lnTo>
                  <a:pt x="1393107" y="312062"/>
                </a:lnTo>
                <a:lnTo>
                  <a:pt x="1372226" y="269200"/>
                </a:lnTo>
                <a:lnTo>
                  <a:pt x="1362582" y="222259"/>
                </a:lnTo>
                <a:lnTo>
                  <a:pt x="1361868" y="206216"/>
                </a:lnTo>
                <a:lnTo>
                  <a:pt x="1362582" y="190172"/>
                </a:lnTo>
                <a:lnTo>
                  <a:pt x="1372226" y="143113"/>
                </a:lnTo>
                <a:lnTo>
                  <a:pt x="1393107" y="99833"/>
                </a:lnTo>
                <a:lnTo>
                  <a:pt x="1423780" y="62864"/>
                </a:lnTo>
                <a:lnTo>
                  <a:pt x="1462088" y="34334"/>
                </a:lnTo>
                <a:lnTo>
                  <a:pt x="1506409" y="16073"/>
                </a:lnTo>
                <a:lnTo>
                  <a:pt x="1553945" y="9048"/>
                </a:lnTo>
                <a:lnTo>
                  <a:pt x="1564404" y="9048"/>
                </a:lnTo>
                <a:lnTo>
                  <a:pt x="1606026" y="14497"/>
                </a:lnTo>
                <a:lnTo>
                  <a:pt x="1646903" y="29676"/>
                </a:lnTo>
                <a:lnTo>
                  <a:pt x="1660953" y="37482"/>
                </a:lnTo>
                <a:lnTo>
                  <a:pt x="1660953" y="374950"/>
                </a:lnTo>
                <a:lnTo>
                  <a:pt x="1617676" y="394601"/>
                </a:lnTo>
                <a:lnTo>
                  <a:pt x="1578904" y="401553"/>
                </a:lnTo>
                <a:lnTo>
                  <a:pt x="1553124" y="403182"/>
                </a:lnTo>
                <a:close/>
              </a:path>
              <a:path w="1661159" h="405765">
                <a:moveTo>
                  <a:pt x="1606026" y="14497"/>
                </a:moveTo>
                <a:lnTo>
                  <a:pt x="1595825" y="12382"/>
                </a:lnTo>
                <a:lnTo>
                  <a:pt x="1580511" y="10477"/>
                </a:lnTo>
                <a:lnTo>
                  <a:pt x="1564404" y="9048"/>
                </a:lnTo>
                <a:lnTo>
                  <a:pt x="1569989" y="9048"/>
                </a:lnTo>
                <a:lnTo>
                  <a:pt x="1586032" y="10477"/>
                </a:lnTo>
                <a:lnTo>
                  <a:pt x="1601898" y="13334"/>
                </a:lnTo>
                <a:lnTo>
                  <a:pt x="1606026" y="14497"/>
                </a:lnTo>
                <a:close/>
              </a:path>
              <a:path w="1661159" h="405765">
                <a:moveTo>
                  <a:pt x="1655870" y="34444"/>
                </a:moveTo>
                <a:lnTo>
                  <a:pt x="1646903" y="29676"/>
                </a:lnTo>
                <a:lnTo>
                  <a:pt x="1632139" y="23098"/>
                </a:lnTo>
                <a:lnTo>
                  <a:pt x="1617018" y="17591"/>
                </a:lnTo>
                <a:lnTo>
                  <a:pt x="1606026" y="14497"/>
                </a:lnTo>
                <a:lnTo>
                  <a:pt x="1608461" y="15001"/>
                </a:lnTo>
                <a:lnTo>
                  <a:pt x="1621900" y="19049"/>
                </a:lnTo>
                <a:lnTo>
                  <a:pt x="1636842" y="24750"/>
                </a:lnTo>
                <a:lnTo>
                  <a:pt x="1651428" y="31789"/>
                </a:lnTo>
                <a:lnTo>
                  <a:pt x="1655870" y="34444"/>
                </a:lnTo>
                <a:close/>
              </a:path>
              <a:path w="1661159" h="405765">
                <a:moveTo>
                  <a:pt x="1660953" y="37482"/>
                </a:moveTo>
                <a:lnTo>
                  <a:pt x="1655870" y="34444"/>
                </a:lnTo>
                <a:lnTo>
                  <a:pt x="1660953" y="37147"/>
                </a:lnTo>
                <a:lnTo>
                  <a:pt x="1660953" y="37482"/>
                </a:lnTo>
                <a:close/>
              </a:path>
              <a:path w="1661159" h="405765">
                <a:moveTo>
                  <a:pt x="1655870" y="377987"/>
                </a:moveTo>
                <a:lnTo>
                  <a:pt x="1660953" y="374950"/>
                </a:lnTo>
                <a:lnTo>
                  <a:pt x="1660953" y="375284"/>
                </a:lnTo>
                <a:lnTo>
                  <a:pt x="1655870" y="377987"/>
                </a:lnTo>
                <a:close/>
              </a:path>
              <a:path w="1661159" h="405765">
                <a:moveTo>
                  <a:pt x="1617676" y="394601"/>
                </a:moveTo>
                <a:lnTo>
                  <a:pt x="1632139" y="389334"/>
                </a:lnTo>
                <a:lnTo>
                  <a:pt x="1646903" y="382756"/>
                </a:lnTo>
                <a:lnTo>
                  <a:pt x="1655870" y="377987"/>
                </a:lnTo>
                <a:lnTo>
                  <a:pt x="1651428" y="380642"/>
                </a:lnTo>
                <a:lnTo>
                  <a:pt x="1636842" y="387682"/>
                </a:lnTo>
                <a:lnTo>
                  <a:pt x="1621900" y="393382"/>
                </a:lnTo>
                <a:lnTo>
                  <a:pt x="1617676" y="394601"/>
                </a:lnTo>
                <a:close/>
              </a:path>
              <a:path w="1661159" h="405765">
                <a:moveTo>
                  <a:pt x="1610031" y="396807"/>
                </a:moveTo>
                <a:lnTo>
                  <a:pt x="1617676" y="394601"/>
                </a:lnTo>
                <a:lnTo>
                  <a:pt x="1617018" y="394840"/>
                </a:lnTo>
                <a:lnTo>
                  <a:pt x="1610031" y="396807"/>
                </a:lnTo>
                <a:close/>
              </a:path>
              <a:path w="1661159" h="405765">
                <a:moveTo>
                  <a:pt x="1607768" y="397444"/>
                </a:moveTo>
                <a:lnTo>
                  <a:pt x="1610031" y="396807"/>
                </a:lnTo>
                <a:lnTo>
                  <a:pt x="1607925" y="397415"/>
                </a:lnTo>
                <a:lnTo>
                  <a:pt x="1607768" y="397444"/>
                </a:lnTo>
                <a:close/>
              </a:path>
              <a:path w="1661159" h="405765">
                <a:moveTo>
                  <a:pt x="1553945" y="403249"/>
                </a:moveTo>
                <a:lnTo>
                  <a:pt x="1553124" y="403182"/>
                </a:lnTo>
                <a:lnTo>
                  <a:pt x="1559035" y="402907"/>
                </a:lnTo>
                <a:lnTo>
                  <a:pt x="1578904" y="401553"/>
                </a:lnTo>
                <a:lnTo>
                  <a:pt x="1594397" y="399930"/>
                </a:lnTo>
                <a:lnTo>
                  <a:pt x="1607768" y="397444"/>
                </a:lnTo>
                <a:lnTo>
                  <a:pt x="1601898" y="399097"/>
                </a:lnTo>
                <a:lnTo>
                  <a:pt x="1586032" y="401553"/>
                </a:lnTo>
                <a:lnTo>
                  <a:pt x="1569989" y="403026"/>
                </a:lnTo>
                <a:lnTo>
                  <a:pt x="1553945" y="403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EA2D49-5E90-4679-9A87-ADA6D9C4A8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en-US" alt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48648" y="9386009"/>
            <a:ext cx="1620520" cy="367665"/>
          </a:xfrm>
          <a:custGeom>
            <a:avLst/>
            <a:gdLst/>
            <a:ahLst/>
            <a:cxnLst/>
            <a:rect l="l" t="t" r="r" b="b"/>
            <a:pathLst>
              <a:path w="1620519" h="367665">
                <a:moveTo>
                  <a:pt x="1450223" y="742"/>
                </a:moveTo>
                <a:lnTo>
                  <a:pt x="1455062" y="282"/>
                </a:lnTo>
                <a:lnTo>
                  <a:pt x="1471389" y="0"/>
                </a:lnTo>
                <a:lnTo>
                  <a:pt x="1478623" y="386"/>
                </a:lnTo>
                <a:lnTo>
                  <a:pt x="1464022" y="386"/>
                </a:lnTo>
                <a:lnTo>
                  <a:pt x="1450223" y="742"/>
                </a:lnTo>
                <a:close/>
              </a:path>
              <a:path w="1620519" h="367665">
                <a:moveTo>
                  <a:pt x="1350584" y="357707"/>
                </a:moveTo>
                <a:lnTo>
                  <a:pt x="1315268" y="323626"/>
                </a:lnTo>
                <a:lnTo>
                  <a:pt x="1289565" y="282937"/>
                </a:lnTo>
                <a:lnTo>
                  <a:pt x="1274117" y="237425"/>
                </a:lnTo>
                <a:lnTo>
                  <a:pt x="1270528" y="205953"/>
                </a:lnTo>
                <a:lnTo>
                  <a:pt x="1270634" y="189473"/>
                </a:lnTo>
                <a:lnTo>
                  <a:pt x="1278001" y="141922"/>
                </a:lnTo>
                <a:lnTo>
                  <a:pt x="1297066" y="97556"/>
                </a:lnTo>
                <a:lnTo>
                  <a:pt x="1326475" y="59590"/>
                </a:lnTo>
                <a:lnTo>
                  <a:pt x="1363979" y="29453"/>
                </a:lnTo>
                <a:lnTo>
                  <a:pt x="1407913" y="8959"/>
                </a:lnTo>
                <a:lnTo>
                  <a:pt x="1450223" y="742"/>
                </a:lnTo>
                <a:lnTo>
                  <a:pt x="1464022" y="386"/>
                </a:lnTo>
                <a:lnTo>
                  <a:pt x="1479708" y="520"/>
                </a:lnTo>
                <a:lnTo>
                  <a:pt x="1517468" y="6107"/>
                </a:lnTo>
                <a:lnTo>
                  <a:pt x="1554167" y="19675"/>
                </a:lnTo>
                <a:lnTo>
                  <a:pt x="1594842" y="45764"/>
                </a:lnTo>
                <a:lnTo>
                  <a:pt x="1620202" y="324249"/>
                </a:lnTo>
                <a:lnTo>
                  <a:pt x="1613058" y="332348"/>
                </a:lnTo>
                <a:lnTo>
                  <a:pt x="1608474" y="336931"/>
                </a:lnTo>
                <a:lnTo>
                  <a:pt x="1534536" y="336931"/>
                </a:lnTo>
                <a:lnTo>
                  <a:pt x="1487328" y="337824"/>
                </a:lnTo>
                <a:lnTo>
                  <a:pt x="1429404" y="343361"/>
                </a:lnTo>
                <a:lnTo>
                  <a:pt x="1375409" y="351398"/>
                </a:lnTo>
                <a:lnTo>
                  <a:pt x="1350584" y="357707"/>
                </a:lnTo>
                <a:close/>
              </a:path>
              <a:path w="1620519" h="367665">
                <a:moveTo>
                  <a:pt x="1491361" y="1360"/>
                </a:moveTo>
                <a:lnTo>
                  <a:pt x="1479708" y="520"/>
                </a:lnTo>
                <a:lnTo>
                  <a:pt x="1464022" y="386"/>
                </a:lnTo>
                <a:lnTo>
                  <a:pt x="1478623" y="386"/>
                </a:lnTo>
                <a:lnTo>
                  <a:pt x="1487804" y="878"/>
                </a:lnTo>
                <a:lnTo>
                  <a:pt x="1491361" y="1360"/>
                </a:lnTo>
                <a:close/>
              </a:path>
              <a:path w="1620519" h="367665">
                <a:moveTo>
                  <a:pt x="1317043" y="367590"/>
                </a:moveTo>
                <a:lnTo>
                  <a:pt x="50534" y="367590"/>
                </a:lnTo>
                <a:lnTo>
                  <a:pt x="49649" y="366757"/>
                </a:lnTo>
                <a:lnTo>
                  <a:pt x="22859" y="332348"/>
                </a:lnTo>
                <a:lnTo>
                  <a:pt x="6786" y="294128"/>
                </a:lnTo>
                <a:lnTo>
                  <a:pt x="0" y="252338"/>
                </a:lnTo>
                <a:lnTo>
                  <a:pt x="1622" y="231383"/>
                </a:lnTo>
                <a:lnTo>
                  <a:pt x="11653" y="189115"/>
                </a:lnTo>
                <a:lnTo>
                  <a:pt x="27384" y="152325"/>
                </a:lnTo>
                <a:lnTo>
                  <a:pt x="54322" y="122634"/>
                </a:lnTo>
                <a:lnTo>
                  <a:pt x="88909" y="96351"/>
                </a:lnTo>
                <a:lnTo>
                  <a:pt x="130879" y="80248"/>
                </a:lnTo>
                <a:lnTo>
                  <a:pt x="180230" y="74681"/>
                </a:lnTo>
                <a:lnTo>
                  <a:pt x="290367" y="73281"/>
                </a:lnTo>
                <a:lnTo>
                  <a:pt x="370135" y="71348"/>
                </a:lnTo>
                <a:lnTo>
                  <a:pt x="432356" y="68678"/>
                </a:lnTo>
                <a:lnTo>
                  <a:pt x="480536" y="65529"/>
                </a:lnTo>
                <a:lnTo>
                  <a:pt x="518178" y="62156"/>
                </a:lnTo>
                <a:lnTo>
                  <a:pt x="575871" y="55767"/>
                </a:lnTo>
                <a:lnTo>
                  <a:pt x="602932" y="53265"/>
                </a:lnTo>
                <a:lnTo>
                  <a:pt x="641659" y="50481"/>
                </a:lnTo>
                <a:lnTo>
                  <a:pt x="685470" y="48276"/>
                </a:lnTo>
                <a:lnTo>
                  <a:pt x="1049732" y="38252"/>
                </a:lnTo>
                <a:lnTo>
                  <a:pt x="1097888" y="36047"/>
                </a:lnTo>
                <a:lnTo>
                  <a:pt x="1142047" y="33263"/>
                </a:lnTo>
                <a:lnTo>
                  <a:pt x="1200070" y="28086"/>
                </a:lnTo>
                <a:lnTo>
                  <a:pt x="1257617" y="21691"/>
                </a:lnTo>
                <a:lnTo>
                  <a:pt x="1363662" y="8639"/>
                </a:lnTo>
                <a:lnTo>
                  <a:pt x="1408350" y="3673"/>
                </a:lnTo>
                <a:lnTo>
                  <a:pt x="1444942" y="878"/>
                </a:lnTo>
                <a:lnTo>
                  <a:pt x="1450223" y="742"/>
                </a:lnTo>
                <a:lnTo>
                  <a:pt x="1438914" y="1815"/>
                </a:lnTo>
                <a:lnTo>
                  <a:pt x="1423034" y="4688"/>
                </a:lnTo>
                <a:lnTo>
                  <a:pt x="1378029" y="21431"/>
                </a:lnTo>
                <a:lnTo>
                  <a:pt x="1338262" y="48622"/>
                </a:lnTo>
                <a:lnTo>
                  <a:pt x="1305788" y="84013"/>
                </a:lnTo>
                <a:lnTo>
                  <a:pt x="1283017" y="126608"/>
                </a:lnTo>
                <a:lnTo>
                  <a:pt x="1271899" y="173622"/>
                </a:lnTo>
                <a:lnTo>
                  <a:pt x="1270528" y="205953"/>
                </a:lnTo>
                <a:lnTo>
                  <a:pt x="1271587" y="221381"/>
                </a:lnTo>
                <a:lnTo>
                  <a:pt x="1283240" y="268247"/>
                </a:lnTo>
                <a:lnTo>
                  <a:pt x="1305877" y="310440"/>
                </a:lnTo>
                <a:lnTo>
                  <a:pt x="1337622" y="347141"/>
                </a:lnTo>
                <a:lnTo>
                  <a:pt x="1350584" y="357707"/>
                </a:lnTo>
                <a:lnTo>
                  <a:pt x="1330017" y="362934"/>
                </a:lnTo>
                <a:lnTo>
                  <a:pt x="1317043" y="367590"/>
                </a:lnTo>
                <a:close/>
              </a:path>
              <a:path w="1620519" h="367665">
                <a:moveTo>
                  <a:pt x="1517468" y="6107"/>
                </a:moveTo>
                <a:lnTo>
                  <a:pt x="1503506" y="3006"/>
                </a:lnTo>
                <a:lnTo>
                  <a:pt x="1491361" y="1360"/>
                </a:lnTo>
                <a:lnTo>
                  <a:pt x="1493966" y="1547"/>
                </a:lnTo>
                <a:lnTo>
                  <a:pt x="1508759" y="3735"/>
                </a:lnTo>
                <a:lnTo>
                  <a:pt x="1517468" y="6107"/>
                </a:lnTo>
                <a:close/>
              </a:path>
              <a:path w="1620519" h="367665">
                <a:moveTo>
                  <a:pt x="1521605" y="7234"/>
                </a:moveTo>
                <a:lnTo>
                  <a:pt x="1517468" y="6107"/>
                </a:lnTo>
                <a:lnTo>
                  <a:pt x="1519118" y="6474"/>
                </a:lnTo>
                <a:lnTo>
                  <a:pt x="1521605" y="7234"/>
                </a:lnTo>
                <a:close/>
              </a:path>
              <a:path w="1620519" h="367665">
                <a:moveTo>
                  <a:pt x="1525741" y="8498"/>
                </a:moveTo>
                <a:lnTo>
                  <a:pt x="1521605" y="7234"/>
                </a:lnTo>
                <a:lnTo>
                  <a:pt x="1523895" y="7858"/>
                </a:lnTo>
                <a:lnTo>
                  <a:pt x="1525741" y="8498"/>
                </a:lnTo>
                <a:close/>
              </a:path>
              <a:path w="1620519" h="367665">
                <a:moveTo>
                  <a:pt x="1617044" y="67237"/>
                </a:moveTo>
                <a:lnTo>
                  <a:pt x="1582072" y="36047"/>
                </a:lnTo>
                <a:lnTo>
                  <a:pt x="1539120" y="13141"/>
                </a:lnTo>
                <a:lnTo>
                  <a:pt x="1525741" y="8498"/>
                </a:lnTo>
                <a:lnTo>
                  <a:pt x="1534551" y="11191"/>
                </a:lnTo>
                <a:lnTo>
                  <a:pt x="1577458" y="32548"/>
                </a:lnTo>
                <a:lnTo>
                  <a:pt x="1614115" y="63683"/>
                </a:lnTo>
                <a:lnTo>
                  <a:pt x="1617044" y="67237"/>
                </a:lnTo>
                <a:close/>
              </a:path>
              <a:path w="1620519" h="367665">
                <a:moveTo>
                  <a:pt x="1619017" y="69631"/>
                </a:moveTo>
                <a:lnTo>
                  <a:pt x="1617044" y="67237"/>
                </a:lnTo>
                <a:lnTo>
                  <a:pt x="1617344" y="67553"/>
                </a:lnTo>
                <a:lnTo>
                  <a:pt x="1619017" y="69631"/>
                </a:lnTo>
                <a:close/>
              </a:path>
              <a:path w="1620519" h="367665">
                <a:moveTo>
                  <a:pt x="1620202" y="71104"/>
                </a:moveTo>
                <a:lnTo>
                  <a:pt x="1619017" y="69631"/>
                </a:lnTo>
                <a:lnTo>
                  <a:pt x="1620202" y="71069"/>
                </a:lnTo>
                <a:close/>
              </a:path>
              <a:path w="1620519" h="367665">
                <a:moveTo>
                  <a:pt x="1590893" y="353224"/>
                </a:moveTo>
                <a:lnTo>
                  <a:pt x="1601658" y="343748"/>
                </a:lnTo>
                <a:lnTo>
                  <a:pt x="1613058" y="332348"/>
                </a:lnTo>
                <a:lnTo>
                  <a:pt x="1620202" y="324249"/>
                </a:lnTo>
                <a:lnTo>
                  <a:pt x="1620202" y="324572"/>
                </a:lnTo>
                <a:lnTo>
                  <a:pt x="1616957" y="328582"/>
                </a:lnTo>
                <a:lnTo>
                  <a:pt x="1605914" y="339968"/>
                </a:lnTo>
                <a:lnTo>
                  <a:pt x="1593978" y="350862"/>
                </a:lnTo>
                <a:lnTo>
                  <a:pt x="1590893" y="353224"/>
                </a:lnTo>
                <a:close/>
              </a:path>
              <a:path w="1620519" h="367665">
                <a:moveTo>
                  <a:pt x="1528684" y="367590"/>
                </a:moveTo>
                <a:lnTo>
                  <a:pt x="1365830" y="367590"/>
                </a:lnTo>
                <a:lnTo>
                  <a:pt x="1363042" y="366012"/>
                </a:lnTo>
                <a:lnTo>
                  <a:pt x="1350584" y="357707"/>
                </a:lnTo>
                <a:lnTo>
                  <a:pt x="1375409" y="351398"/>
                </a:lnTo>
                <a:lnTo>
                  <a:pt x="1429404" y="343361"/>
                </a:lnTo>
                <a:lnTo>
                  <a:pt x="1487328" y="337824"/>
                </a:lnTo>
                <a:lnTo>
                  <a:pt x="1534536" y="336931"/>
                </a:lnTo>
                <a:lnTo>
                  <a:pt x="1556384" y="342825"/>
                </a:lnTo>
                <a:lnTo>
                  <a:pt x="1547202" y="354344"/>
                </a:lnTo>
                <a:lnTo>
                  <a:pt x="1528684" y="367590"/>
                </a:lnTo>
                <a:close/>
              </a:path>
              <a:path w="1620519" h="367665">
                <a:moveTo>
                  <a:pt x="1570423" y="367590"/>
                </a:moveTo>
                <a:lnTo>
                  <a:pt x="1528684" y="367590"/>
                </a:lnTo>
                <a:lnTo>
                  <a:pt x="1547202" y="354344"/>
                </a:lnTo>
                <a:lnTo>
                  <a:pt x="1556384" y="342825"/>
                </a:lnTo>
                <a:lnTo>
                  <a:pt x="1534536" y="336931"/>
                </a:lnTo>
                <a:lnTo>
                  <a:pt x="1608474" y="336931"/>
                </a:lnTo>
                <a:lnTo>
                  <a:pt x="1570943" y="367279"/>
                </a:lnTo>
                <a:lnTo>
                  <a:pt x="1570423" y="367590"/>
                </a:lnTo>
                <a:close/>
              </a:path>
              <a:path w="1620519" h="367665">
                <a:moveTo>
                  <a:pt x="1584802" y="357888"/>
                </a:moveTo>
                <a:lnTo>
                  <a:pt x="1590893" y="353224"/>
                </a:lnTo>
                <a:lnTo>
                  <a:pt x="1589601" y="354344"/>
                </a:lnTo>
                <a:lnTo>
                  <a:pt x="1584802" y="357888"/>
                </a:lnTo>
                <a:close/>
              </a:path>
              <a:path w="1620519" h="367665">
                <a:moveTo>
                  <a:pt x="1580068" y="361383"/>
                </a:moveTo>
                <a:lnTo>
                  <a:pt x="1584802" y="357888"/>
                </a:lnTo>
                <a:lnTo>
                  <a:pt x="1581149" y="360684"/>
                </a:lnTo>
                <a:lnTo>
                  <a:pt x="1580068" y="361383"/>
                </a:lnTo>
                <a:close/>
              </a:path>
              <a:path w="1620519" h="367665">
                <a:moveTo>
                  <a:pt x="1570943" y="367279"/>
                </a:moveTo>
                <a:lnTo>
                  <a:pt x="1580068" y="361383"/>
                </a:lnTo>
                <a:lnTo>
                  <a:pt x="1576923" y="363706"/>
                </a:lnTo>
                <a:lnTo>
                  <a:pt x="1570943" y="367279"/>
                </a:lnTo>
                <a:close/>
              </a:path>
              <a:path w="1620519" h="367665">
                <a:moveTo>
                  <a:pt x="1570462" y="367590"/>
                </a:moveTo>
                <a:lnTo>
                  <a:pt x="1570943" y="367279"/>
                </a:lnTo>
                <a:lnTo>
                  <a:pt x="1570462" y="3675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51C58D-8598-4063-9D22-3F35977EA4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en-US" alt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936262" y="9412678"/>
            <a:ext cx="1532890" cy="340995"/>
          </a:xfrm>
          <a:custGeom>
            <a:avLst/>
            <a:gdLst/>
            <a:ahLst/>
            <a:cxnLst/>
            <a:rect l="l" t="t" r="r" b="b"/>
            <a:pathLst>
              <a:path w="1532890" h="340995">
                <a:moveTo>
                  <a:pt x="1532587" y="10746"/>
                </a:moveTo>
                <a:lnTo>
                  <a:pt x="1492371" y="6204"/>
                </a:lnTo>
                <a:lnTo>
                  <a:pt x="1428839" y="4972"/>
                </a:lnTo>
                <a:lnTo>
                  <a:pt x="1434584" y="3556"/>
                </a:lnTo>
                <a:lnTo>
                  <a:pt x="1449719" y="878"/>
                </a:lnTo>
                <a:lnTo>
                  <a:pt x="1465019" y="0"/>
                </a:lnTo>
                <a:lnTo>
                  <a:pt x="1480676" y="282"/>
                </a:lnTo>
                <a:lnTo>
                  <a:pt x="1496332" y="1815"/>
                </a:lnTo>
                <a:lnTo>
                  <a:pt x="1511632" y="4688"/>
                </a:lnTo>
                <a:lnTo>
                  <a:pt x="1526589" y="8393"/>
                </a:lnTo>
                <a:lnTo>
                  <a:pt x="1532587" y="10526"/>
                </a:lnTo>
                <a:lnTo>
                  <a:pt x="1532587" y="10746"/>
                </a:lnTo>
                <a:close/>
              </a:path>
              <a:path w="1532890" h="340995">
                <a:moveTo>
                  <a:pt x="1352088" y="340920"/>
                </a:moveTo>
                <a:lnTo>
                  <a:pt x="102111" y="340920"/>
                </a:lnTo>
                <a:lnTo>
                  <a:pt x="84787" y="332348"/>
                </a:lnTo>
                <a:lnTo>
                  <a:pt x="51211" y="304963"/>
                </a:lnTo>
                <a:lnTo>
                  <a:pt x="24779" y="273293"/>
                </a:lnTo>
                <a:lnTo>
                  <a:pt x="7634" y="234240"/>
                </a:lnTo>
                <a:lnTo>
                  <a:pt x="848" y="193283"/>
                </a:lnTo>
                <a:lnTo>
                  <a:pt x="0" y="170750"/>
                </a:lnTo>
                <a:lnTo>
                  <a:pt x="1919" y="149468"/>
                </a:lnTo>
                <a:lnTo>
                  <a:pt x="14897" y="109105"/>
                </a:lnTo>
                <a:lnTo>
                  <a:pt x="37162" y="72315"/>
                </a:lnTo>
                <a:lnTo>
                  <a:pt x="66894" y="42133"/>
                </a:lnTo>
                <a:lnTo>
                  <a:pt x="102884" y="19928"/>
                </a:lnTo>
                <a:lnTo>
                  <a:pt x="154438" y="8021"/>
                </a:lnTo>
                <a:lnTo>
                  <a:pt x="1069211" y="3824"/>
                </a:lnTo>
                <a:lnTo>
                  <a:pt x="1428839" y="4972"/>
                </a:lnTo>
                <a:lnTo>
                  <a:pt x="1419358" y="7307"/>
                </a:lnTo>
                <a:lnTo>
                  <a:pt x="1404312" y="12129"/>
                </a:lnTo>
                <a:lnTo>
                  <a:pt x="1363042" y="33024"/>
                </a:lnTo>
                <a:lnTo>
                  <a:pt x="1328186" y="63534"/>
                </a:lnTo>
                <a:lnTo>
                  <a:pt x="1301129" y="101843"/>
                </a:lnTo>
                <a:lnTo>
                  <a:pt x="1284922" y="144839"/>
                </a:lnTo>
                <a:lnTo>
                  <a:pt x="1279222" y="190901"/>
                </a:lnTo>
                <a:lnTo>
                  <a:pt x="1279936" y="206558"/>
                </a:lnTo>
                <a:lnTo>
                  <a:pt x="1289104" y="251980"/>
                </a:lnTo>
                <a:lnTo>
                  <a:pt x="1308958" y="293325"/>
                </a:lnTo>
                <a:lnTo>
                  <a:pt x="1339229" y="329490"/>
                </a:lnTo>
                <a:lnTo>
                  <a:pt x="1350600" y="339804"/>
                </a:lnTo>
                <a:lnTo>
                  <a:pt x="1352088" y="340920"/>
                </a:lnTo>
                <a:close/>
              </a:path>
              <a:path w="1532890" h="340995">
                <a:moveTo>
                  <a:pt x="1532587" y="340920"/>
                </a:moveTo>
                <a:lnTo>
                  <a:pt x="1352088" y="340920"/>
                </a:lnTo>
                <a:lnTo>
                  <a:pt x="1350600" y="339804"/>
                </a:lnTo>
                <a:lnTo>
                  <a:pt x="1318036" y="306154"/>
                </a:lnTo>
                <a:lnTo>
                  <a:pt x="1294536" y="266461"/>
                </a:lnTo>
                <a:lnTo>
                  <a:pt x="1282079" y="221858"/>
                </a:lnTo>
                <a:lnTo>
                  <a:pt x="1279222" y="190901"/>
                </a:lnTo>
                <a:lnTo>
                  <a:pt x="1279936" y="175245"/>
                </a:lnTo>
                <a:lnTo>
                  <a:pt x="1289104" y="129822"/>
                </a:lnTo>
                <a:lnTo>
                  <a:pt x="1308958" y="88478"/>
                </a:lnTo>
                <a:lnTo>
                  <a:pt x="1339229" y="52313"/>
                </a:lnTo>
                <a:lnTo>
                  <a:pt x="1376198" y="24988"/>
                </a:lnTo>
                <a:lnTo>
                  <a:pt x="1419358" y="7307"/>
                </a:lnTo>
                <a:lnTo>
                  <a:pt x="1428839" y="4972"/>
                </a:lnTo>
                <a:lnTo>
                  <a:pt x="1492371" y="6204"/>
                </a:lnTo>
                <a:lnTo>
                  <a:pt x="1531634" y="10403"/>
                </a:lnTo>
                <a:lnTo>
                  <a:pt x="1532587" y="10746"/>
                </a:lnTo>
                <a:lnTo>
                  <a:pt x="1532587" y="340920"/>
                </a:lnTo>
                <a:close/>
              </a:path>
            </a:pathLst>
          </a:custGeom>
          <a:solidFill>
            <a:srgbClr val="FAFA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08276F-6BD1-44C5-8097-28724C3B32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en-US" alt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47797" y="9366718"/>
            <a:ext cx="1621155" cy="387350"/>
          </a:xfrm>
          <a:custGeom>
            <a:avLst/>
            <a:gdLst/>
            <a:ahLst/>
            <a:cxnLst/>
            <a:rect l="l" t="t" r="r" b="b"/>
            <a:pathLst>
              <a:path w="1621155" h="387350">
                <a:moveTo>
                  <a:pt x="1573098" y="386881"/>
                </a:moveTo>
                <a:lnTo>
                  <a:pt x="101719" y="386881"/>
                </a:lnTo>
                <a:lnTo>
                  <a:pt x="93242" y="383071"/>
                </a:lnTo>
                <a:lnTo>
                  <a:pt x="58238" y="357115"/>
                </a:lnTo>
                <a:lnTo>
                  <a:pt x="30377" y="326873"/>
                </a:lnTo>
                <a:lnTo>
                  <a:pt x="10375" y="289726"/>
                </a:lnTo>
                <a:lnTo>
                  <a:pt x="2279" y="248173"/>
                </a:lnTo>
                <a:lnTo>
                  <a:pt x="0" y="204866"/>
                </a:lnTo>
                <a:lnTo>
                  <a:pt x="999" y="194684"/>
                </a:lnTo>
                <a:lnTo>
                  <a:pt x="19022" y="147789"/>
                </a:lnTo>
                <a:lnTo>
                  <a:pt x="43459" y="110968"/>
                </a:lnTo>
                <a:lnTo>
                  <a:pt x="75517" y="82617"/>
                </a:lnTo>
                <a:lnTo>
                  <a:pt x="115195" y="62733"/>
                </a:lnTo>
                <a:lnTo>
                  <a:pt x="159917" y="51720"/>
                </a:lnTo>
                <a:lnTo>
                  <a:pt x="834682" y="31809"/>
                </a:lnTo>
                <a:lnTo>
                  <a:pt x="1486353" y="1890"/>
                </a:lnTo>
                <a:lnTo>
                  <a:pt x="1529870" y="462"/>
                </a:lnTo>
                <a:lnTo>
                  <a:pt x="1548708" y="103"/>
                </a:lnTo>
                <a:lnTo>
                  <a:pt x="1565734" y="0"/>
                </a:lnTo>
                <a:lnTo>
                  <a:pt x="1613434" y="802"/>
                </a:lnTo>
                <a:lnTo>
                  <a:pt x="1607717" y="1118"/>
                </a:lnTo>
                <a:lnTo>
                  <a:pt x="1591882" y="3395"/>
                </a:lnTo>
                <a:lnTo>
                  <a:pt x="1545805" y="18263"/>
                </a:lnTo>
                <a:lnTo>
                  <a:pt x="1504550" y="43579"/>
                </a:lnTo>
                <a:lnTo>
                  <a:pt x="1471272" y="77914"/>
                </a:lnTo>
                <a:lnTo>
                  <a:pt x="1447206" y="119154"/>
                </a:lnTo>
                <a:lnTo>
                  <a:pt x="1433410" y="165901"/>
                </a:lnTo>
                <a:lnTo>
                  <a:pt x="1431267" y="197452"/>
                </a:lnTo>
                <a:lnTo>
                  <a:pt x="1431803" y="213719"/>
                </a:lnTo>
                <a:lnTo>
                  <a:pt x="1441387" y="260794"/>
                </a:lnTo>
                <a:lnTo>
                  <a:pt x="1462267" y="303899"/>
                </a:lnTo>
                <a:lnTo>
                  <a:pt x="1492465" y="341161"/>
                </a:lnTo>
                <a:lnTo>
                  <a:pt x="1531577" y="369289"/>
                </a:lnTo>
                <a:lnTo>
                  <a:pt x="1560569" y="382833"/>
                </a:lnTo>
                <a:lnTo>
                  <a:pt x="1573098" y="386881"/>
                </a:lnTo>
                <a:close/>
              </a:path>
              <a:path w="1621155" h="387350">
                <a:moveTo>
                  <a:pt x="1621052" y="1069"/>
                </a:moveTo>
                <a:lnTo>
                  <a:pt x="1616662" y="865"/>
                </a:lnTo>
                <a:lnTo>
                  <a:pt x="1613434" y="802"/>
                </a:lnTo>
                <a:lnTo>
                  <a:pt x="1621052" y="380"/>
                </a:lnTo>
                <a:lnTo>
                  <a:pt x="1621052" y="1069"/>
                </a:lnTo>
                <a:close/>
              </a:path>
              <a:path w="1621155" h="387350">
                <a:moveTo>
                  <a:pt x="1621052" y="386881"/>
                </a:moveTo>
                <a:lnTo>
                  <a:pt x="1573098" y="386881"/>
                </a:lnTo>
                <a:lnTo>
                  <a:pt x="1560569" y="382833"/>
                </a:lnTo>
                <a:lnTo>
                  <a:pt x="1517706" y="360925"/>
                </a:lnTo>
                <a:lnTo>
                  <a:pt x="1481422" y="329776"/>
                </a:lnTo>
                <a:lnTo>
                  <a:pt x="1454365" y="289726"/>
                </a:lnTo>
                <a:lnTo>
                  <a:pt x="1436818" y="245390"/>
                </a:lnTo>
                <a:lnTo>
                  <a:pt x="1431267" y="197452"/>
                </a:lnTo>
                <a:lnTo>
                  <a:pt x="1431803" y="181364"/>
                </a:lnTo>
                <a:lnTo>
                  <a:pt x="1441387" y="134349"/>
                </a:lnTo>
                <a:lnTo>
                  <a:pt x="1462193" y="91025"/>
                </a:lnTo>
                <a:lnTo>
                  <a:pt x="1492465" y="54458"/>
                </a:lnTo>
                <a:lnTo>
                  <a:pt x="1531577" y="25392"/>
                </a:lnTo>
                <a:lnTo>
                  <a:pt x="1576072" y="7185"/>
                </a:lnTo>
                <a:lnTo>
                  <a:pt x="1613434" y="802"/>
                </a:lnTo>
                <a:lnTo>
                  <a:pt x="1616662" y="865"/>
                </a:lnTo>
                <a:lnTo>
                  <a:pt x="1621052" y="1069"/>
                </a:lnTo>
                <a:lnTo>
                  <a:pt x="1621052" y="386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BC62C-57AB-4290-8D16-5F263B514F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en-US" alt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1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67437" y="9357531"/>
            <a:ext cx="1601470" cy="396240"/>
          </a:xfrm>
          <a:custGeom>
            <a:avLst/>
            <a:gdLst/>
            <a:ahLst/>
            <a:cxnLst/>
            <a:rect l="l" t="t" r="r" b="b"/>
            <a:pathLst>
              <a:path w="1601469" h="396240">
                <a:moveTo>
                  <a:pt x="1494725" y="37005"/>
                </a:moveTo>
                <a:lnTo>
                  <a:pt x="1170107" y="37005"/>
                </a:lnTo>
                <a:lnTo>
                  <a:pt x="1218885" y="36198"/>
                </a:lnTo>
                <a:lnTo>
                  <a:pt x="1267083" y="34118"/>
                </a:lnTo>
                <a:lnTo>
                  <a:pt x="1320992" y="29919"/>
                </a:lnTo>
                <a:lnTo>
                  <a:pt x="1377501" y="23738"/>
                </a:lnTo>
                <a:lnTo>
                  <a:pt x="1489118" y="9625"/>
                </a:lnTo>
                <a:lnTo>
                  <a:pt x="1539629" y="3794"/>
                </a:lnTo>
                <a:lnTo>
                  <a:pt x="1583541" y="178"/>
                </a:lnTo>
                <a:lnTo>
                  <a:pt x="1601411" y="0"/>
                </a:lnTo>
                <a:lnTo>
                  <a:pt x="1601411" y="608"/>
                </a:lnTo>
                <a:lnTo>
                  <a:pt x="1596648" y="781"/>
                </a:lnTo>
                <a:lnTo>
                  <a:pt x="1581364" y="2195"/>
                </a:lnTo>
                <a:lnTo>
                  <a:pt x="1535688" y="14116"/>
                </a:lnTo>
                <a:lnTo>
                  <a:pt x="1506756" y="28998"/>
                </a:lnTo>
                <a:lnTo>
                  <a:pt x="1494725" y="37005"/>
                </a:lnTo>
                <a:close/>
              </a:path>
              <a:path w="1601469" h="396240">
                <a:moveTo>
                  <a:pt x="1588385" y="390388"/>
                </a:moveTo>
                <a:lnTo>
                  <a:pt x="1548190" y="381543"/>
                </a:lnTo>
                <a:lnTo>
                  <a:pt x="1505030" y="361570"/>
                </a:lnTo>
                <a:lnTo>
                  <a:pt x="1468061" y="331298"/>
                </a:lnTo>
                <a:lnTo>
                  <a:pt x="1439530" y="292990"/>
                </a:lnTo>
                <a:lnTo>
                  <a:pt x="1421150" y="249502"/>
                </a:lnTo>
                <a:lnTo>
                  <a:pt x="1413426" y="202502"/>
                </a:lnTo>
                <a:lnTo>
                  <a:pt x="1413649" y="186518"/>
                </a:lnTo>
                <a:lnTo>
                  <a:pt x="1421686" y="139965"/>
                </a:lnTo>
                <a:lnTo>
                  <a:pt x="1440446" y="96031"/>
                </a:lnTo>
                <a:lnTo>
                  <a:pt x="1469638" y="58124"/>
                </a:lnTo>
                <a:lnTo>
                  <a:pt x="1506756" y="28998"/>
                </a:lnTo>
                <a:lnTo>
                  <a:pt x="1550437" y="8951"/>
                </a:lnTo>
                <a:lnTo>
                  <a:pt x="1596648" y="781"/>
                </a:lnTo>
                <a:lnTo>
                  <a:pt x="1601411" y="608"/>
                </a:lnTo>
                <a:lnTo>
                  <a:pt x="1601411" y="390061"/>
                </a:lnTo>
                <a:lnTo>
                  <a:pt x="1588385" y="390388"/>
                </a:lnTo>
                <a:close/>
              </a:path>
              <a:path w="1601469" h="396240">
                <a:moveTo>
                  <a:pt x="1430870" y="396068"/>
                </a:moveTo>
                <a:lnTo>
                  <a:pt x="67543" y="396068"/>
                </a:lnTo>
                <a:lnTo>
                  <a:pt x="60659" y="390061"/>
                </a:lnTo>
                <a:lnTo>
                  <a:pt x="27881" y="349277"/>
                </a:lnTo>
                <a:lnTo>
                  <a:pt x="8831" y="310343"/>
                </a:lnTo>
                <a:lnTo>
                  <a:pt x="496" y="268671"/>
                </a:lnTo>
                <a:lnTo>
                  <a:pt x="0" y="246764"/>
                </a:lnTo>
                <a:lnTo>
                  <a:pt x="2163" y="225571"/>
                </a:lnTo>
                <a:lnTo>
                  <a:pt x="14665" y="185208"/>
                </a:lnTo>
                <a:lnTo>
                  <a:pt x="36439" y="148439"/>
                </a:lnTo>
                <a:lnTo>
                  <a:pt x="66100" y="118295"/>
                </a:lnTo>
                <a:lnTo>
                  <a:pt x="102176" y="96031"/>
                </a:lnTo>
                <a:lnTo>
                  <a:pt x="152896" y="83648"/>
                </a:lnTo>
                <a:lnTo>
                  <a:pt x="345752" y="76170"/>
                </a:lnTo>
                <a:lnTo>
                  <a:pt x="415217" y="73559"/>
                </a:lnTo>
                <a:lnTo>
                  <a:pt x="478169" y="70552"/>
                </a:lnTo>
                <a:lnTo>
                  <a:pt x="535169" y="67241"/>
                </a:lnTo>
                <a:lnTo>
                  <a:pt x="633552" y="60074"/>
                </a:lnTo>
                <a:lnTo>
                  <a:pt x="814560" y="43249"/>
                </a:lnTo>
                <a:lnTo>
                  <a:pt x="844109" y="40804"/>
                </a:lnTo>
                <a:lnTo>
                  <a:pt x="872748" y="38881"/>
                </a:lnTo>
                <a:lnTo>
                  <a:pt x="922196" y="36801"/>
                </a:lnTo>
                <a:lnTo>
                  <a:pt x="971868" y="35993"/>
                </a:lnTo>
                <a:lnTo>
                  <a:pt x="1494725" y="37005"/>
                </a:lnTo>
                <a:lnTo>
                  <a:pt x="1493495" y="37824"/>
                </a:lnTo>
                <a:lnTo>
                  <a:pt x="1481396" y="47453"/>
                </a:lnTo>
                <a:lnTo>
                  <a:pt x="1448981" y="82681"/>
                </a:lnTo>
                <a:lnTo>
                  <a:pt x="1426865" y="124844"/>
                </a:lnTo>
                <a:lnTo>
                  <a:pt x="1415123" y="170534"/>
                </a:lnTo>
                <a:lnTo>
                  <a:pt x="1413426" y="202502"/>
                </a:lnTo>
                <a:lnTo>
                  <a:pt x="1414721" y="217951"/>
                </a:lnTo>
                <a:lnTo>
                  <a:pt x="1425972" y="264698"/>
                </a:lnTo>
                <a:lnTo>
                  <a:pt x="1448177" y="306533"/>
                </a:lnTo>
                <a:lnTo>
                  <a:pt x="1479431" y="342341"/>
                </a:lnTo>
                <a:lnTo>
                  <a:pt x="1518543" y="369398"/>
                </a:lnTo>
                <a:lnTo>
                  <a:pt x="1563415" y="386007"/>
                </a:lnTo>
                <a:lnTo>
                  <a:pt x="1588385" y="390388"/>
                </a:lnTo>
                <a:lnTo>
                  <a:pt x="1566049" y="390948"/>
                </a:lnTo>
                <a:lnTo>
                  <a:pt x="1508348" y="391053"/>
                </a:lnTo>
                <a:lnTo>
                  <a:pt x="1453773" y="393211"/>
                </a:lnTo>
                <a:lnTo>
                  <a:pt x="1430870" y="396068"/>
                </a:lnTo>
                <a:close/>
              </a:path>
              <a:path w="1601469" h="396240">
                <a:moveTo>
                  <a:pt x="1601411" y="391181"/>
                </a:moveTo>
                <a:lnTo>
                  <a:pt x="1594416" y="390993"/>
                </a:lnTo>
                <a:lnTo>
                  <a:pt x="1588385" y="390388"/>
                </a:lnTo>
                <a:lnTo>
                  <a:pt x="1601411" y="390061"/>
                </a:lnTo>
                <a:lnTo>
                  <a:pt x="1601411" y="39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D0389A-6148-4F24-920C-7A758043EF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en-US" altLang="zh-TW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4690">
              <a:lnSpc>
                <a:spcPct val="100000"/>
              </a:lnSpc>
              <a:spcBef>
                <a:spcPts val="100"/>
              </a:spcBef>
            </a:pPr>
            <a:r>
              <a:rPr lang="en-US" altLang="zh-TW" spc="-55" dirty="0" err="1">
                <a:latin typeface="Constantia" panose="02030602050306030303" pitchFamily="18" charset="0"/>
              </a:rPr>
              <a:t>G</a:t>
            </a:r>
            <a:r>
              <a:rPr spc="-55" dirty="0" err="1">
                <a:latin typeface="Constantia" panose="02030602050306030303" pitchFamily="18" charset="0"/>
              </a:rPr>
              <a:t>ridSearchCV</a:t>
            </a:r>
            <a:endParaRPr spc="-55" dirty="0">
              <a:latin typeface="Constantia" panose="02030602050306030303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A35E8-6F4C-4E0D-96C1-2B85B7C4C6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14</a:t>
            </a:fld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49" cy="975359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DF9E54-AA56-4FC5-BD13-EA1BA6002D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17</Words>
  <Application>Microsoft Office PowerPoint</Application>
  <PresentationFormat>自訂</PresentationFormat>
  <Paragraphs>16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Calibri</vt:lpstr>
      <vt:lpstr>Constantia</vt:lpstr>
      <vt:lpstr>Lucida Sans Unicode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GridSearchCV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Stroke_Prediction_Analysis_(OK)_(14).pdf</dc:title>
  <dc:creator>王俊詠</dc:creator>
  <cp:keywords>DAHIEAHDc5g,BAFlDoqTSxg,0</cp:keywords>
  <cp:lastModifiedBy>tim wang</cp:lastModifiedBy>
  <cp:revision>2</cp:revision>
  <dcterms:created xsi:type="dcterms:W3CDTF">2026-04-28T02:02:29Z</dcterms:created>
  <dcterms:modified xsi:type="dcterms:W3CDTF">2026-05-07T12:03:24Z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2026-04-28T00:00:00Z</vt:filetime>
  </property>
</Properties>
</file>